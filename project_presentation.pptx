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6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288"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Nimbus Roman"/>
              </a:rPr>
              <a:t>Click to move the slide</a:t>
            </a:r>
          </a:p>
        </p:txBody>
      </p:sp>
      <p:sp>
        <p:nvSpPr>
          <p:cNvPr id="6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Nimbus Roman"/>
              </a:rPr>
              <a:t>Click to edit the notes format</a:t>
            </a:r>
          </a:p>
        </p:txBody>
      </p:sp>
      <p:sp>
        <p:nvSpPr>
          <p:cNvPr id="6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Nimbus Roman"/>
              </a:rPr>
              <a:t>&lt;header&gt;</a:t>
            </a:r>
          </a:p>
        </p:txBody>
      </p:sp>
      <p:sp>
        <p:nvSpPr>
          <p:cNvPr id="63"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Nimbus Roman"/>
              </a:defRPr>
            </a:lvl1pPr>
          </a:lstStyle>
          <a:p>
            <a:pPr indent="0" algn="r">
              <a:buNone/>
            </a:pPr>
            <a:r>
              <a:rPr lang="en-US" sz="1400" b="0" u="none" strike="noStrike">
                <a:solidFill>
                  <a:srgbClr val="000000"/>
                </a:solidFill>
                <a:effectLst/>
                <a:uFillTx/>
                <a:latin typeface="Nimbus Roman"/>
              </a:rPr>
              <a:t>&lt;date/time&gt;</a:t>
            </a:r>
          </a:p>
        </p:txBody>
      </p:sp>
      <p:sp>
        <p:nvSpPr>
          <p:cNvPr id="64"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Nimbus Roman"/>
              </a:defRPr>
            </a:lvl1pPr>
          </a:lstStyle>
          <a:p>
            <a:pPr indent="0">
              <a:buNone/>
            </a:pPr>
            <a:r>
              <a:rPr lang="en-US" sz="1400" b="0" u="none" strike="noStrike">
                <a:solidFill>
                  <a:srgbClr val="000000"/>
                </a:solidFill>
                <a:effectLst/>
                <a:uFillTx/>
                <a:latin typeface="Nimbus Roman"/>
              </a:rPr>
              <a:t>&lt;footer&gt;</a:t>
            </a:r>
          </a:p>
        </p:txBody>
      </p:sp>
      <p:sp>
        <p:nvSpPr>
          <p:cNvPr id="65"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imbus Roman"/>
              </a:defRPr>
            </a:lvl1pPr>
          </a:lstStyle>
          <a:p>
            <a:pPr indent="0" algn="r">
              <a:buNone/>
            </a:pPr>
            <a:fld id="{CD853FCC-46B8-41DA-B26F-DA2BCE136EE4}" type="slidenum">
              <a:rPr lang="en-US" sz="1400" b="0" u="none" strike="noStrike">
                <a:solidFill>
                  <a:srgbClr val="000000"/>
                </a:solidFill>
                <a:effectLst/>
                <a:uFillTx/>
                <a:latin typeface="Nimbus Roman"/>
              </a:rPr>
              <a:t>‹#›</a:t>
            </a:fld>
            <a:endParaRPr lang="en-US" sz="1400" b="0" u="none" strike="noStrike">
              <a:solidFill>
                <a:srgbClr val="000000"/>
              </a:solidFill>
              <a:effectLst/>
              <a:uFillTx/>
              <a:latin typeface="Nimbus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noRot="1" noChangeAspect="1"/>
          </p:cNvSpPr>
          <p:nvPr>
            <p:ph type="sldImg"/>
          </p:nvPr>
        </p:nvSpPr>
        <p:spPr>
          <a:xfrm>
            <a:off x="381000" y="685800"/>
            <a:ext cx="6094413" cy="3429000"/>
          </a:xfrm>
          <a:prstGeom prst="rect">
            <a:avLst/>
          </a:prstGeom>
          <a:ln w="0">
            <a:noFill/>
          </a:ln>
        </p:spPr>
      </p:sp>
      <p:sp>
        <p:nvSpPr>
          <p:cNvPr id="114" name="PlaceHolder 2"/>
          <p:cNvSpPr>
            <a:spLocks noGrp="1"/>
          </p:cNvSpPr>
          <p:nvPr>
            <p:ph type="body"/>
          </p:nvPr>
        </p:nvSpPr>
        <p:spPr>
          <a:xfrm>
            <a:off x="685800" y="4343400"/>
            <a:ext cx="5485680" cy="411408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Nimbus Roman"/>
            </a:endParaRPr>
          </a:p>
        </p:txBody>
      </p:sp>
      <p:sp>
        <p:nvSpPr>
          <p:cNvPr id="115" name="PlaceHolder 3"/>
          <p:cNvSpPr>
            <a:spLocks noGrp="1"/>
          </p:cNvSpPr>
          <p:nvPr>
            <p:ph type="sldNum" idx="47"/>
          </p:nvPr>
        </p:nvSpPr>
        <p:spPr>
          <a:xfrm>
            <a:off x="3884760" y="8685360"/>
            <a:ext cx="2971080" cy="456480"/>
          </a:xfrm>
          <a:prstGeom prst="rect">
            <a:avLst/>
          </a:prstGeom>
          <a:noFill/>
          <a:ln w="0">
            <a:noFill/>
          </a:ln>
        </p:spPr>
        <p:txBody>
          <a:bodyPr lIns="91440" tIns="45720" rIns="91440" bIns="45720" numCol="1" spcCol="0" anchor="b">
            <a:noAutofit/>
          </a:bodyPr>
          <a:lstStyle>
            <a:lvl1pPr indent="0" algn="r">
              <a:lnSpc>
                <a:spcPct val="100000"/>
              </a:lnSpc>
              <a:buNone/>
              <a:tabLst>
                <a:tab pos="0" algn="l"/>
              </a:tabLst>
              <a:defRPr lang="en-US" sz="1200" b="0" u="none" strike="noStrike">
                <a:solidFill>
                  <a:srgbClr val="000000"/>
                </a:solidFill>
                <a:effectLst/>
                <a:uFillTx/>
                <a:latin typeface="Nimbus Roman"/>
              </a:defRPr>
            </a:lvl1pPr>
          </a:lstStyle>
          <a:p>
            <a:pPr indent="0" algn="r">
              <a:lnSpc>
                <a:spcPct val="100000"/>
              </a:lnSpc>
              <a:buNone/>
              <a:tabLst>
                <a:tab pos="0" algn="l"/>
              </a:tabLst>
            </a:pPr>
            <a:fld id="{CF1E0BDC-FA89-48BB-8ECA-DBBBF53C3DF3}" type="slidenum">
              <a:rPr lang="en-US" sz="1200" b="0" u="none" strike="noStrike">
                <a:solidFill>
                  <a:srgbClr val="000000"/>
                </a:solidFill>
                <a:effectLst/>
                <a:uFillTx/>
                <a:latin typeface="Nimbus Roman"/>
              </a:rPr>
              <a:t>2</a:t>
            </a:fld>
            <a:endParaRPr lang="en-US" sz="1200" b="0" u="none" strike="noStrike">
              <a:solidFill>
                <a:srgbClr val="000000"/>
              </a:solidFill>
              <a:effectLst/>
              <a:uFillTx/>
              <a:latin typeface="Nimbus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noRot="1" noChangeAspect="1"/>
          </p:cNvSpPr>
          <p:nvPr>
            <p:ph type="sldImg"/>
          </p:nvPr>
        </p:nvSpPr>
        <p:spPr>
          <a:xfrm>
            <a:off x="381000" y="685800"/>
            <a:ext cx="6094413" cy="3429000"/>
          </a:xfrm>
          <a:prstGeom prst="rect">
            <a:avLst/>
          </a:prstGeom>
          <a:ln w="0">
            <a:noFill/>
          </a:ln>
        </p:spPr>
      </p:sp>
      <p:sp>
        <p:nvSpPr>
          <p:cNvPr id="117" name="PlaceHolder 2"/>
          <p:cNvSpPr>
            <a:spLocks noGrp="1"/>
          </p:cNvSpPr>
          <p:nvPr>
            <p:ph type="body"/>
          </p:nvPr>
        </p:nvSpPr>
        <p:spPr>
          <a:xfrm>
            <a:off x="685800" y="4343400"/>
            <a:ext cx="5485680" cy="411408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Nimbus Roman"/>
            </a:endParaRPr>
          </a:p>
        </p:txBody>
      </p:sp>
      <p:sp>
        <p:nvSpPr>
          <p:cNvPr id="118" name="PlaceHolder 3"/>
          <p:cNvSpPr>
            <a:spLocks noGrp="1"/>
          </p:cNvSpPr>
          <p:nvPr>
            <p:ph type="sldNum" idx="48"/>
          </p:nvPr>
        </p:nvSpPr>
        <p:spPr>
          <a:xfrm>
            <a:off x="3884760" y="8685360"/>
            <a:ext cx="2971080" cy="456480"/>
          </a:xfrm>
          <a:prstGeom prst="rect">
            <a:avLst/>
          </a:prstGeom>
          <a:noFill/>
          <a:ln w="0">
            <a:noFill/>
          </a:ln>
        </p:spPr>
        <p:txBody>
          <a:bodyPr lIns="91440" tIns="45720" rIns="91440" bIns="45720" numCol="1" spcCol="0" anchor="b">
            <a:noAutofit/>
          </a:bodyPr>
          <a:lstStyle>
            <a:lvl1pPr indent="0" algn="r">
              <a:lnSpc>
                <a:spcPct val="100000"/>
              </a:lnSpc>
              <a:buNone/>
              <a:tabLst>
                <a:tab pos="0" algn="l"/>
              </a:tabLst>
              <a:defRPr lang="en-US" sz="1200" b="0" u="none" strike="noStrike">
                <a:solidFill>
                  <a:srgbClr val="000000"/>
                </a:solidFill>
                <a:effectLst/>
                <a:uFillTx/>
                <a:latin typeface="Nimbus Roman"/>
              </a:defRPr>
            </a:lvl1pPr>
          </a:lstStyle>
          <a:p>
            <a:pPr indent="0" algn="r">
              <a:lnSpc>
                <a:spcPct val="100000"/>
              </a:lnSpc>
              <a:buNone/>
              <a:tabLst>
                <a:tab pos="0" algn="l"/>
              </a:tabLst>
            </a:pPr>
            <a:fld id="{D6C66DD5-F6AD-4C40-812E-834A2F07453A}" type="slidenum">
              <a:rPr lang="en-US" sz="1200" b="0" u="none" strike="noStrike">
                <a:solidFill>
                  <a:srgbClr val="000000"/>
                </a:solidFill>
                <a:effectLst/>
                <a:uFillTx/>
                <a:latin typeface="Nimbus Roman"/>
              </a:rPr>
              <a:t>3</a:t>
            </a:fld>
            <a:endParaRPr lang="en-US" sz="1200" b="0" u="none" strike="noStrike">
              <a:solidFill>
                <a:srgbClr val="000000"/>
              </a:solidFill>
              <a:effectLst/>
              <a:uFillTx/>
              <a:latin typeface="Nimbus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noRot="1" noChangeAspect="1"/>
          </p:cNvSpPr>
          <p:nvPr>
            <p:ph type="sldImg"/>
          </p:nvPr>
        </p:nvSpPr>
        <p:spPr>
          <a:xfrm>
            <a:off x="381000" y="685800"/>
            <a:ext cx="6094413" cy="3429000"/>
          </a:xfrm>
          <a:prstGeom prst="rect">
            <a:avLst/>
          </a:prstGeom>
          <a:ln w="0">
            <a:noFill/>
          </a:ln>
        </p:spPr>
      </p:sp>
      <p:sp>
        <p:nvSpPr>
          <p:cNvPr id="120" name="PlaceHolder 2"/>
          <p:cNvSpPr>
            <a:spLocks noGrp="1"/>
          </p:cNvSpPr>
          <p:nvPr>
            <p:ph type="body"/>
          </p:nvPr>
        </p:nvSpPr>
        <p:spPr>
          <a:xfrm>
            <a:off x="685800" y="4343400"/>
            <a:ext cx="5485680" cy="411408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Nimbus Roman"/>
            </a:endParaRPr>
          </a:p>
        </p:txBody>
      </p:sp>
      <p:sp>
        <p:nvSpPr>
          <p:cNvPr id="121" name="PlaceHolder 3"/>
          <p:cNvSpPr>
            <a:spLocks noGrp="1"/>
          </p:cNvSpPr>
          <p:nvPr>
            <p:ph type="sldNum" idx="49"/>
          </p:nvPr>
        </p:nvSpPr>
        <p:spPr>
          <a:xfrm>
            <a:off x="3884760" y="8685360"/>
            <a:ext cx="2971080" cy="456480"/>
          </a:xfrm>
          <a:prstGeom prst="rect">
            <a:avLst/>
          </a:prstGeom>
          <a:noFill/>
          <a:ln w="0">
            <a:noFill/>
          </a:ln>
        </p:spPr>
        <p:txBody>
          <a:bodyPr lIns="91440" tIns="45720" rIns="91440" bIns="45720" numCol="1" spcCol="0" anchor="b">
            <a:noAutofit/>
          </a:bodyPr>
          <a:lstStyle>
            <a:lvl1pPr indent="0" algn="r" defTabSz="457200">
              <a:lnSpc>
                <a:spcPct val="100000"/>
              </a:lnSpc>
              <a:buNone/>
              <a:tabLst>
                <a:tab pos="0" algn="l"/>
              </a:tabLst>
              <a:defRPr lang="en-US" sz="1200" b="0" u="none" strike="noStrike">
                <a:solidFill>
                  <a:srgbClr val="000000"/>
                </a:solidFill>
                <a:effectLst/>
                <a:uFillTx/>
                <a:latin typeface="Calibri"/>
                <a:ea typeface="ＭＳ Ｐゴシック"/>
              </a:defRPr>
            </a:lvl1pPr>
          </a:lstStyle>
          <a:p>
            <a:pPr indent="0" algn="r" defTabSz="457200">
              <a:lnSpc>
                <a:spcPct val="100000"/>
              </a:lnSpc>
              <a:buNone/>
              <a:tabLst>
                <a:tab pos="0" algn="l"/>
              </a:tabLst>
            </a:pPr>
            <a:fld id="{B51F0238-8B89-4601-A65B-43FE6A7191BC}" type="slidenum">
              <a:rPr lang="en-US" sz="1200" b="0" u="none" strike="noStrike">
                <a:solidFill>
                  <a:srgbClr val="000000"/>
                </a:solidFill>
                <a:effectLst/>
                <a:uFillTx/>
                <a:latin typeface="Calibri"/>
                <a:ea typeface="ＭＳ Ｐゴシック"/>
              </a:rPr>
              <a:t>4</a:t>
            </a:fld>
            <a:endParaRPr lang="en-US" sz="1200" b="0" u="none" strike="noStrike">
              <a:solidFill>
                <a:srgbClr val="000000"/>
              </a:solidFill>
              <a:effectLst/>
              <a:uFillTx/>
              <a:latin typeface="Nimbus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laceHolder 1"/>
          <p:cNvSpPr>
            <a:spLocks noGrp="1" noRot="1" noChangeAspect="1"/>
          </p:cNvSpPr>
          <p:nvPr>
            <p:ph type="sldImg"/>
          </p:nvPr>
        </p:nvSpPr>
        <p:spPr>
          <a:xfrm>
            <a:off x="381000" y="685800"/>
            <a:ext cx="6094413" cy="3429000"/>
          </a:xfrm>
          <a:prstGeom prst="rect">
            <a:avLst/>
          </a:prstGeom>
          <a:ln w="0">
            <a:noFill/>
          </a:ln>
        </p:spPr>
      </p:sp>
      <p:sp>
        <p:nvSpPr>
          <p:cNvPr id="123" name="PlaceHolder 2"/>
          <p:cNvSpPr>
            <a:spLocks noGrp="1"/>
          </p:cNvSpPr>
          <p:nvPr>
            <p:ph type="body"/>
          </p:nvPr>
        </p:nvSpPr>
        <p:spPr>
          <a:xfrm>
            <a:off x="685800" y="4343400"/>
            <a:ext cx="5485680" cy="411408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Nimbus Roman"/>
            </a:endParaRPr>
          </a:p>
        </p:txBody>
      </p:sp>
      <p:sp>
        <p:nvSpPr>
          <p:cNvPr id="124" name="PlaceHolder 3"/>
          <p:cNvSpPr>
            <a:spLocks noGrp="1"/>
          </p:cNvSpPr>
          <p:nvPr>
            <p:ph type="sldNum" idx="50"/>
          </p:nvPr>
        </p:nvSpPr>
        <p:spPr>
          <a:xfrm>
            <a:off x="3884760" y="8685360"/>
            <a:ext cx="2971080" cy="456480"/>
          </a:xfrm>
          <a:prstGeom prst="rect">
            <a:avLst/>
          </a:prstGeom>
          <a:noFill/>
          <a:ln w="0">
            <a:noFill/>
          </a:ln>
        </p:spPr>
        <p:txBody>
          <a:bodyPr lIns="91440" tIns="45720" rIns="91440" bIns="45720" numCol="1" spcCol="0" anchor="b">
            <a:noAutofit/>
          </a:bodyPr>
          <a:lstStyle>
            <a:lvl1pPr indent="0" algn="r" defTabSz="457200">
              <a:lnSpc>
                <a:spcPct val="100000"/>
              </a:lnSpc>
              <a:buNone/>
              <a:tabLst>
                <a:tab pos="0" algn="l"/>
              </a:tabLst>
              <a:defRPr lang="en-US" sz="1200" b="0" u="none" strike="noStrike">
                <a:solidFill>
                  <a:srgbClr val="000000"/>
                </a:solidFill>
                <a:effectLst/>
                <a:uFillTx/>
                <a:latin typeface="Calibri"/>
                <a:ea typeface="ＭＳ Ｐゴシック"/>
              </a:defRPr>
            </a:lvl1pPr>
          </a:lstStyle>
          <a:p>
            <a:pPr indent="0" algn="r" defTabSz="457200">
              <a:lnSpc>
                <a:spcPct val="100000"/>
              </a:lnSpc>
              <a:buNone/>
              <a:tabLst>
                <a:tab pos="0" algn="l"/>
              </a:tabLst>
            </a:pPr>
            <a:fld id="{778692BD-A3E1-403F-A7E2-4ECE66C51A9C}" type="slidenum">
              <a:rPr lang="en-US" sz="1200" b="0" u="none" strike="noStrike">
                <a:solidFill>
                  <a:srgbClr val="000000"/>
                </a:solidFill>
                <a:effectLst/>
                <a:uFillTx/>
                <a:latin typeface="Calibri"/>
                <a:ea typeface="ＭＳ Ｐゴシック"/>
              </a:rPr>
              <a:t>5</a:t>
            </a:fld>
            <a:endParaRPr lang="en-US" sz="1200" b="0" u="none" strike="noStrike">
              <a:solidFill>
                <a:srgbClr val="000000"/>
              </a:solidFill>
              <a:effectLst/>
              <a:uFillTx/>
              <a:latin typeface="Nimbus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noRot="1" noChangeAspect="1"/>
          </p:cNvSpPr>
          <p:nvPr>
            <p:ph type="sldImg"/>
          </p:nvPr>
        </p:nvSpPr>
        <p:spPr>
          <a:xfrm>
            <a:off x="381000" y="685800"/>
            <a:ext cx="6094413" cy="3429000"/>
          </a:xfrm>
          <a:prstGeom prst="rect">
            <a:avLst/>
          </a:prstGeom>
          <a:ln w="0">
            <a:noFill/>
          </a:ln>
        </p:spPr>
      </p:sp>
      <p:sp>
        <p:nvSpPr>
          <p:cNvPr id="126" name="PlaceHolder 2"/>
          <p:cNvSpPr>
            <a:spLocks noGrp="1"/>
          </p:cNvSpPr>
          <p:nvPr>
            <p:ph type="body"/>
          </p:nvPr>
        </p:nvSpPr>
        <p:spPr>
          <a:xfrm>
            <a:off x="685800" y="4343400"/>
            <a:ext cx="5485680" cy="411408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Nimbus Roman"/>
            </a:endParaRPr>
          </a:p>
        </p:txBody>
      </p:sp>
      <p:sp>
        <p:nvSpPr>
          <p:cNvPr id="127" name="PlaceHolder 3"/>
          <p:cNvSpPr>
            <a:spLocks noGrp="1"/>
          </p:cNvSpPr>
          <p:nvPr>
            <p:ph type="sldNum" idx="51"/>
          </p:nvPr>
        </p:nvSpPr>
        <p:spPr>
          <a:xfrm>
            <a:off x="3884760" y="8685360"/>
            <a:ext cx="2971080" cy="456480"/>
          </a:xfrm>
          <a:prstGeom prst="rect">
            <a:avLst/>
          </a:prstGeom>
          <a:noFill/>
          <a:ln w="0">
            <a:noFill/>
          </a:ln>
        </p:spPr>
        <p:txBody>
          <a:bodyPr lIns="91440" tIns="45720" rIns="91440" bIns="45720" numCol="1" spcCol="0" anchor="b">
            <a:noAutofit/>
          </a:bodyPr>
          <a:lstStyle>
            <a:lvl1pPr indent="0" algn="r" defTabSz="457200">
              <a:lnSpc>
                <a:spcPct val="100000"/>
              </a:lnSpc>
              <a:buNone/>
              <a:tabLst>
                <a:tab pos="0" algn="l"/>
              </a:tabLst>
              <a:defRPr lang="en-US" sz="1200" b="0" u="none" strike="noStrike">
                <a:solidFill>
                  <a:srgbClr val="000000"/>
                </a:solidFill>
                <a:effectLst/>
                <a:uFillTx/>
                <a:latin typeface="Calibri"/>
                <a:ea typeface="ＭＳ Ｐゴシック"/>
              </a:defRPr>
            </a:lvl1pPr>
          </a:lstStyle>
          <a:p>
            <a:pPr indent="0" algn="r" defTabSz="457200">
              <a:lnSpc>
                <a:spcPct val="100000"/>
              </a:lnSpc>
              <a:buNone/>
              <a:tabLst>
                <a:tab pos="0" algn="l"/>
              </a:tabLst>
            </a:pPr>
            <a:fld id="{09BBA277-4528-409B-9423-2EA58B1550BC}" type="slidenum">
              <a:rPr lang="en-US" sz="1200" b="0" u="none" strike="noStrike">
                <a:solidFill>
                  <a:srgbClr val="000000"/>
                </a:solidFill>
                <a:effectLst/>
                <a:uFillTx/>
                <a:latin typeface="Calibri"/>
                <a:ea typeface="ＭＳ Ｐゴシック"/>
              </a:rPr>
              <a:t>6</a:t>
            </a:fld>
            <a:endParaRPr lang="en-US" sz="1200" b="0" u="none" strike="noStrike">
              <a:solidFill>
                <a:srgbClr val="000000"/>
              </a:solidFill>
              <a:effectLst/>
              <a:uFillTx/>
              <a:latin typeface="Nimbus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609480" y="6356520"/>
            <a:ext cx="2844000" cy="364320"/>
          </a:xfrm>
          <a:prstGeom prst="rect">
            <a:avLst/>
          </a:prstGeom>
          <a:noFill/>
          <a:ln w="0">
            <a:noFill/>
          </a:ln>
        </p:spPr>
        <p:txBody>
          <a:bodyPr lIns="91440" tIns="45720" rIns="91440" bIns="45720" numCol="1" spcCol="0" anchor="ctr">
            <a:noAutofit/>
          </a:bodyPr>
          <a:lstStyle>
            <a:lvl1pPr indent="0"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defTabSz="457200">
              <a:lnSpc>
                <a:spcPct val="100000"/>
              </a:lnSpc>
              <a:buNone/>
              <a:tabLst>
                <a:tab pos="0" algn="l"/>
              </a:tabLst>
            </a:pPr>
            <a:r>
              <a:rPr lang="en-US" sz="1200" b="0" u="none" strike="noStrike">
                <a:solidFill>
                  <a:srgbClr val="898989"/>
                </a:solidFill>
                <a:effectLst/>
                <a:uFillTx/>
                <a:latin typeface="TradeGothic"/>
                <a:ea typeface="ＭＳ Ｐゴシック"/>
              </a:rPr>
              <a:t> </a:t>
            </a:r>
            <a:endParaRPr lang="en-US" sz="1200" b="0" u="none" strike="noStrike">
              <a:solidFill>
                <a:srgbClr val="000000"/>
              </a:solidFill>
              <a:effectLst/>
              <a:uFillTx/>
              <a:latin typeface="Nimbus Roman"/>
            </a:endParaRPr>
          </a:p>
        </p:txBody>
      </p:sp>
      <p:sp>
        <p:nvSpPr>
          <p:cNvPr id="3" name="PlaceHolder 2"/>
          <p:cNvSpPr>
            <a:spLocks noGrp="1"/>
          </p:cNvSpPr>
          <p:nvPr>
            <p:ph type="ftr" idx="2"/>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US" sz="1200" b="0" u="none" strike="noStrike">
              <a:solidFill>
                <a:srgbClr val="000000"/>
              </a:solidFill>
              <a:effectLst/>
              <a:uFillTx/>
              <a:latin typeface="Nimbus Roman"/>
            </a:endParaRPr>
          </a:p>
        </p:txBody>
      </p:sp>
      <p:sp>
        <p:nvSpPr>
          <p:cNvPr id="4" name="PlaceHolder 3"/>
          <p:cNvSpPr>
            <a:spLocks noGrp="1"/>
          </p:cNvSpPr>
          <p:nvPr>
            <p:ph type="sldNum" idx="3"/>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57566453-A3DE-4EEA-A019-1D6FCF6C6823}" type="slidenum">
              <a:rPr lang="en-US" sz="1200" b="0" u="none" strike="noStrike">
                <a:solidFill>
                  <a:srgbClr val="898989"/>
                </a:solidFill>
                <a:effectLst/>
                <a:uFillTx/>
                <a:latin typeface="TradeGothic"/>
                <a:ea typeface="ＭＳ Ｐゴシック"/>
              </a:rPr>
              <a:t>‹#›</a:t>
            </a:fld>
            <a:endParaRPr lang="en-US" sz="1200" b="0" u="none" strike="noStrike">
              <a:solidFill>
                <a:srgbClr val="000000"/>
              </a:solidFill>
              <a:effectLst/>
              <a:uFillTx/>
              <a:latin typeface="Nimbus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2880"/>
            <a:ext cx="4010400" cy="1161360"/>
          </a:xfrm>
          <a:prstGeom prst="rect">
            <a:avLst/>
          </a:prstGeom>
          <a:noFill/>
          <a:ln w="9360">
            <a:noFill/>
          </a:ln>
        </p:spPr>
        <p:txBody>
          <a:bodyPr lIns="91440" tIns="45720" rIns="91440" bIns="45720" numCol="1" spcCol="0" anchor="b">
            <a:noAutofit/>
          </a:bodyPr>
          <a:lstStyle/>
          <a:p>
            <a:pPr indent="0" defTabSz="457200">
              <a:lnSpc>
                <a:spcPct val="100000"/>
              </a:lnSpc>
              <a:buNone/>
              <a:tabLst>
                <a:tab pos="0" algn="l"/>
              </a:tabLst>
            </a:pPr>
            <a:r>
              <a:rPr lang="en-US" sz="2000" b="1" u="none" strike="noStrike">
                <a:solidFill>
                  <a:schemeClr val="dk1"/>
                </a:solidFill>
                <a:effectLst/>
                <a:uFillTx/>
                <a:latin typeface="TradeGothic"/>
                <a:ea typeface="ＭＳ Ｐゴシック"/>
              </a:rPr>
              <a:t>Click to edit Master title style</a:t>
            </a:r>
            <a:endParaRPr lang="en-US" sz="2000" b="0" u="none" strike="noStrike">
              <a:solidFill>
                <a:srgbClr val="000000"/>
              </a:solidFill>
              <a:effectLst/>
              <a:uFillTx/>
              <a:latin typeface="Nimbus Roman"/>
            </a:endParaRPr>
          </a:p>
        </p:txBody>
      </p:sp>
      <p:sp>
        <p:nvSpPr>
          <p:cNvPr id="6" name="PlaceHolder 2"/>
          <p:cNvSpPr>
            <a:spLocks noGrp="1"/>
          </p:cNvSpPr>
          <p:nvPr>
            <p:ph type="body"/>
          </p:nvPr>
        </p:nvSpPr>
        <p:spPr>
          <a:xfrm>
            <a:off x="4766760" y="272880"/>
            <a:ext cx="6814800" cy="585252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rgbClr val="000000"/>
              </a:solidFill>
              <a:effectLst/>
              <a:uFillTx/>
              <a:latin typeface="Nimbus Roman"/>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rgbClr val="000000"/>
              </a:solidFill>
              <a:effectLst/>
              <a:uFillTx/>
              <a:latin typeface="Nimbus Roman"/>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rgbClr val="000000"/>
              </a:solidFill>
              <a:effectLst/>
              <a:uFillTx/>
              <a:latin typeface="Nimbus Roman"/>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rgbClr val="000000"/>
              </a:solidFill>
              <a:effectLst/>
              <a:uFillTx/>
              <a:latin typeface="Nimbus Roman"/>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rgbClr val="000000"/>
              </a:solidFill>
              <a:effectLst/>
              <a:uFillTx/>
              <a:latin typeface="Nimbus Roman"/>
            </a:endParaRPr>
          </a:p>
        </p:txBody>
      </p:sp>
      <p:sp>
        <p:nvSpPr>
          <p:cNvPr id="7" name="PlaceHolder 3"/>
          <p:cNvSpPr>
            <a:spLocks noGrp="1"/>
          </p:cNvSpPr>
          <p:nvPr>
            <p:ph type="body"/>
          </p:nvPr>
        </p:nvSpPr>
        <p:spPr>
          <a:xfrm>
            <a:off x="609480" y="1434960"/>
            <a:ext cx="4010400" cy="4690440"/>
          </a:xfrm>
          <a:prstGeom prst="rect">
            <a:avLst/>
          </a:prstGeom>
          <a:noFill/>
          <a:ln w="9360">
            <a:noFill/>
          </a:ln>
        </p:spPr>
        <p:txBody>
          <a:bodyPr lIns="91440" tIns="45720" rIns="91440" bIns="45720" numCol="1" spcCol="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TradeGothic"/>
                <a:ea typeface="ＭＳ Ｐゴシック"/>
              </a:rPr>
              <a:t>Click to edit Master text styles</a:t>
            </a:r>
            <a:endParaRPr lang="en-US" sz="1400" b="0" u="none" strike="noStrike">
              <a:solidFill>
                <a:srgbClr val="000000"/>
              </a:solidFill>
              <a:effectLst/>
              <a:uFillTx/>
              <a:latin typeface="Nimbus Roman"/>
            </a:endParaRPr>
          </a:p>
        </p:txBody>
      </p:sp>
      <p:sp>
        <p:nvSpPr>
          <p:cNvPr id="8" name="PlaceHolder 4"/>
          <p:cNvSpPr>
            <a:spLocks noGrp="1"/>
          </p:cNvSpPr>
          <p:nvPr>
            <p:ph type="dt" idx="4"/>
          </p:nvPr>
        </p:nvSpPr>
        <p:spPr>
          <a:xfrm>
            <a:off x="609480" y="6356520"/>
            <a:ext cx="2844000" cy="364320"/>
          </a:xfrm>
          <a:prstGeom prst="rect">
            <a:avLst/>
          </a:prstGeom>
          <a:noFill/>
          <a:ln w="0">
            <a:noFill/>
          </a:ln>
        </p:spPr>
        <p:txBody>
          <a:bodyPr lIns="91440" tIns="45720" rIns="91440" bIns="45720" numCol="1" spcCol="0" anchor="ctr">
            <a:noAutofit/>
          </a:bodyPr>
          <a:lstStyle>
            <a:lvl1pPr indent="0"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US" sz="1200" b="0" u="none" strike="noStrike">
              <a:solidFill>
                <a:srgbClr val="000000"/>
              </a:solidFill>
              <a:effectLst/>
              <a:uFillTx/>
              <a:latin typeface="Nimbus Roman"/>
            </a:endParaRPr>
          </a:p>
        </p:txBody>
      </p:sp>
      <p:sp>
        <p:nvSpPr>
          <p:cNvPr id="9" name="PlaceHolder 5"/>
          <p:cNvSpPr>
            <a:spLocks noGrp="1"/>
          </p:cNvSpPr>
          <p:nvPr>
            <p:ph type="ftr" idx="5"/>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US" sz="1200" b="0" u="none" strike="noStrike">
              <a:solidFill>
                <a:srgbClr val="000000"/>
              </a:solidFill>
              <a:effectLst/>
              <a:uFillTx/>
              <a:latin typeface="Nimbus Roman"/>
            </a:endParaRPr>
          </a:p>
        </p:txBody>
      </p:sp>
      <p:sp>
        <p:nvSpPr>
          <p:cNvPr id="10" name="PlaceHolder 6"/>
          <p:cNvSpPr>
            <a:spLocks noGrp="1"/>
          </p:cNvSpPr>
          <p:nvPr>
            <p:ph type="sldNum" idx="6"/>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DFA0EACB-4B11-4DEE-8CC0-A248E44E566F}" type="slidenum">
              <a:rPr lang="en-US" sz="1200" b="0" u="none" strike="noStrike">
                <a:solidFill>
                  <a:srgbClr val="898989"/>
                </a:solidFill>
                <a:effectLst/>
                <a:uFillTx/>
                <a:latin typeface="TradeGothic"/>
                <a:ea typeface="ＭＳ Ｐゴシック"/>
              </a:rPr>
              <a:t>‹#›</a:t>
            </a:fld>
            <a:endParaRPr lang="en-US" sz="1200" b="0" u="none" strike="noStrike">
              <a:solidFill>
                <a:srgbClr val="000000"/>
              </a:solidFill>
              <a:effectLst/>
              <a:uFillTx/>
              <a:latin typeface="Nimbus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2389680" y="4800600"/>
            <a:ext cx="7314480" cy="565920"/>
          </a:xfrm>
          <a:prstGeom prst="rect">
            <a:avLst/>
          </a:prstGeom>
          <a:noFill/>
          <a:ln w="9360">
            <a:noFill/>
          </a:ln>
        </p:spPr>
        <p:txBody>
          <a:bodyPr lIns="91440" tIns="45720" rIns="91440" bIns="45720" numCol="1" spcCol="0" anchor="b">
            <a:noAutofit/>
          </a:bodyPr>
          <a:lstStyle/>
          <a:p>
            <a:pPr indent="0" defTabSz="457200">
              <a:lnSpc>
                <a:spcPct val="100000"/>
              </a:lnSpc>
              <a:buNone/>
              <a:tabLst>
                <a:tab pos="0" algn="l"/>
              </a:tabLst>
            </a:pPr>
            <a:r>
              <a:rPr lang="en-US" sz="2000" b="1" u="none" strike="noStrike">
                <a:solidFill>
                  <a:schemeClr val="dk1"/>
                </a:solidFill>
                <a:effectLst/>
                <a:uFillTx/>
                <a:latin typeface="TradeGothic"/>
                <a:ea typeface="ＭＳ Ｐゴシック"/>
              </a:rPr>
              <a:t>Click to edit Master title style</a:t>
            </a:r>
            <a:endParaRPr lang="en-US" sz="2000" b="0" u="none" strike="noStrike">
              <a:solidFill>
                <a:srgbClr val="000000"/>
              </a:solidFill>
              <a:effectLst/>
              <a:uFillTx/>
              <a:latin typeface="Nimbus Roman"/>
            </a:endParaRPr>
          </a:p>
        </p:txBody>
      </p:sp>
      <p:sp>
        <p:nvSpPr>
          <p:cNvPr id="12" name="PlaceHolder 2"/>
          <p:cNvSpPr>
            <a:spLocks noGrp="1"/>
          </p:cNvSpPr>
          <p:nvPr>
            <p:ph type="body"/>
          </p:nvPr>
        </p:nvSpPr>
        <p:spPr>
          <a:xfrm>
            <a:off x="2389680" y="612720"/>
            <a:ext cx="7314480" cy="4114080"/>
          </a:xfrm>
          <a:prstGeom prst="rect">
            <a:avLst/>
          </a:prstGeom>
          <a:noFill/>
          <a:ln w="0">
            <a:noFill/>
          </a:ln>
        </p:spPr>
        <p:txBody>
          <a:bodyPr lIns="90000" tIns="45000" rIns="90000" bIns="45000" anchor="t">
            <a:normAutofit/>
          </a:bodyPr>
          <a:lstStyle/>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TradeGothic"/>
              </a:rPr>
              <a:t>Click to edit the outline text format</a:t>
            </a:r>
            <a:endParaRPr lang="en-US" sz="3200" b="0" u="none" strike="noStrike">
              <a:solidFill>
                <a:srgbClr val="000000"/>
              </a:solidFill>
              <a:effectLst/>
              <a:uFillTx/>
              <a:latin typeface="Nimbus Roman"/>
            </a:endParaRPr>
          </a:p>
          <a:p>
            <a:pPr marL="864000" lvl="1" indent="-324000">
              <a:lnSpc>
                <a:spcPct val="100000"/>
              </a:lnSpc>
              <a:spcBef>
                <a:spcPts val="1134"/>
              </a:spcBef>
              <a:buClr>
                <a:srgbClr val="000000"/>
              </a:buClr>
              <a:buSzPct val="75000"/>
              <a:buFont typeface="Symbol" charset="2"/>
              <a:buChar char=""/>
            </a:pPr>
            <a:r>
              <a:rPr lang="en-US" sz="3200" b="0" u="none" strike="noStrike">
                <a:solidFill>
                  <a:schemeClr val="dk1"/>
                </a:solidFill>
                <a:effectLst/>
                <a:uFillTx/>
                <a:latin typeface="TradeGothic"/>
              </a:rPr>
              <a:t>Second Outline Level</a:t>
            </a:r>
            <a:endParaRPr lang="en-US" sz="3200" b="0" u="none" strike="noStrike">
              <a:solidFill>
                <a:srgbClr val="000000"/>
              </a:solidFill>
              <a:effectLst/>
              <a:uFillTx/>
              <a:latin typeface="Nimbus Roman"/>
            </a:endParaRPr>
          </a:p>
          <a:p>
            <a:pPr marL="1296000" lvl="2" indent="-288000">
              <a:lnSpc>
                <a:spcPct val="100000"/>
              </a:lnSpc>
              <a:spcBef>
                <a:spcPts val="850"/>
              </a:spcBef>
              <a:buClr>
                <a:srgbClr val="000000"/>
              </a:buClr>
              <a:buSzPct val="45000"/>
              <a:buFont typeface="Wingdings" charset="2"/>
              <a:buChar char=""/>
            </a:pPr>
            <a:r>
              <a:rPr lang="en-US" sz="3200" b="0" u="none" strike="noStrike">
                <a:solidFill>
                  <a:schemeClr val="dk1"/>
                </a:solidFill>
                <a:effectLst/>
                <a:uFillTx/>
                <a:latin typeface="TradeGothic"/>
              </a:rPr>
              <a:t>Third Outline Level</a:t>
            </a:r>
            <a:endParaRPr lang="en-US" sz="3200" b="0" u="none" strike="noStrike">
              <a:solidFill>
                <a:srgbClr val="000000"/>
              </a:solidFill>
              <a:effectLst/>
              <a:uFillTx/>
              <a:latin typeface="Nimbus Roman"/>
            </a:endParaRPr>
          </a:p>
          <a:p>
            <a:pPr marL="1728000" lvl="3" indent="-216000">
              <a:lnSpc>
                <a:spcPct val="100000"/>
              </a:lnSpc>
              <a:spcBef>
                <a:spcPts val="567"/>
              </a:spcBef>
              <a:buClr>
                <a:srgbClr val="000000"/>
              </a:buClr>
              <a:buSzPct val="75000"/>
              <a:buFont typeface="Symbol" charset="2"/>
              <a:buChar char=""/>
            </a:pPr>
            <a:r>
              <a:rPr lang="en-US" sz="3200" b="0" u="none" strike="noStrike">
                <a:solidFill>
                  <a:schemeClr val="dk1"/>
                </a:solidFill>
                <a:effectLst/>
                <a:uFillTx/>
                <a:latin typeface="TradeGothic"/>
              </a:rPr>
              <a:t>Fourth Outline Level</a:t>
            </a:r>
            <a:endParaRPr lang="en-US" sz="3200" b="0" u="none" strike="noStrike">
              <a:solidFill>
                <a:srgbClr val="000000"/>
              </a:solidFill>
              <a:effectLst/>
              <a:uFillTx/>
              <a:latin typeface="Nimbus Roman"/>
            </a:endParaRPr>
          </a:p>
          <a:p>
            <a:pPr marL="2160000" lvl="4"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TradeGothic"/>
              </a:rPr>
              <a:t>Fifth Outline Level</a:t>
            </a:r>
            <a:endParaRPr lang="en-US" sz="3200" b="0" u="none" strike="noStrike">
              <a:solidFill>
                <a:srgbClr val="000000"/>
              </a:solidFill>
              <a:effectLst/>
              <a:uFillTx/>
              <a:latin typeface="Nimbus Roman"/>
            </a:endParaRPr>
          </a:p>
          <a:p>
            <a:pPr marL="2592000" lvl="5"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TradeGothic"/>
              </a:rPr>
              <a:t>Sixth Outline Level</a:t>
            </a:r>
            <a:endParaRPr lang="en-US" sz="3200" b="0" u="none" strike="noStrike">
              <a:solidFill>
                <a:srgbClr val="000000"/>
              </a:solidFill>
              <a:effectLst/>
              <a:uFillTx/>
              <a:latin typeface="Nimbus Roman"/>
            </a:endParaRPr>
          </a:p>
          <a:p>
            <a:pPr marL="3024000" lvl="6" indent="-216000">
              <a:lnSpc>
                <a:spcPct val="100000"/>
              </a:lnSpc>
              <a:spcBef>
                <a:spcPts val="283"/>
              </a:spcBef>
              <a:buClr>
                <a:srgbClr val="000000"/>
              </a:buClr>
              <a:buSzPct val="45000"/>
              <a:buFont typeface="Wingdings" charset="2"/>
              <a:buChar char=""/>
            </a:pPr>
            <a:r>
              <a:rPr lang="en-US" sz="3200" b="0" u="none" strike="noStrike">
                <a:solidFill>
                  <a:schemeClr val="dk1"/>
                </a:solidFill>
                <a:effectLst/>
                <a:uFillTx/>
                <a:latin typeface="TradeGothic"/>
              </a:rPr>
              <a:t>Seventh Outline Level</a:t>
            </a:r>
            <a:endParaRPr lang="en-US" sz="3200" b="0" u="none" strike="noStrike">
              <a:solidFill>
                <a:srgbClr val="000000"/>
              </a:solidFill>
              <a:effectLst/>
              <a:uFillTx/>
              <a:latin typeface="Nimbus Roman"/>
            </a:endParaRPr>
          </a:p>
        </p:txBody>
      </p:sp>
      <p:sp>
        <p:nvSpPr>
          <p:cNvPr id="13" name="PlaceHolder 3"/>
          <p:cNvSpPr>
            <a:spLocks noGrp="1"/>
          </p:cNvSpPr>
          <p:nvPr>
            <p:ph type="body"/>
          </p:nvPr>
        </p:nvSpPr>
        <p:spPr>
          <a:xfrm>
            <a:off x="2389680" y="5367240"/>
            <a:ext cx="7314480" cy="804240"/>
          </a:xfrm>
          <a:prstGeom prst="rect">
            <a:avLst/>
          </a:prstGeom>
          <a:noFill/>
          <a:ln w="9360">
            <a:noFill/>
          </a:ln>
        </p:spPr>
        <p:txBody>
          <a:bodyPr lIns="91440" tIns="45720" rIns="91440" bIns="45720" numCol="1" spcCol="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TradeGothic"/>
                <a:ea typeface="ＭＳ Ｐゴシック"/>
              </a:rPr>
              <a:t>Click to edit Master text styles</a:t>
            </a:r>
            <a:endParaRPr lang="en-US" sz="1400" b="0" u="none" strike="noStrike">
              <a:solidFill>
                <a:srgbClr val="000000"/>
              </a:solidFill>
              <a:effectLst/>
              <a:uFillTx/>
              <a:latin typeface="Nimbus Roman"/>
            </a:endParaRPr>
          </a:p>
        </p:txBody>
      </p:sp>
      <p:sp>
        <p:nvSpPr>
          <p:cNvPr id="14" name="PlaceHolder 4"/>
          <p:cNvSpPr>
            <a:spLocks noGrp="1"/>
          </p:cNvSpPr>
          <p:nvPr>
            <p:ph type="dt" idx="7"/>
          </p:nvPr>
        </p:nvSpPr>
        <p:spPr>
          <a:xfrm>
            <a:off x="609480" y="6356520"/>
            <a:ext cx="2844000" cy="364320"/>
          </a:xfrm>
          <a:prstGeom prst="rect">
            <a:avLst/>
          </a:prstGeom>
          <a:noFill/>
          <a:ln w="0">
            <a:noFill/>
          </a:ln>
        </p:spPr>
        <p:txBody>
          <a:bodyPr lIns="91440" tIns="45720" rIns="91440" bIns="45720" numCol="1" spcCol="0" anchor="ctr">
            <a:noAutofit/>
          </a:bodyPr>
          <a:lstStyle>
            <a:lvl1pPr indent="0"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US" sz="1200" b="0" u="none" strike="noStrike">
              <a:solidFill>
                <a:srgbClr val="000000"/>
              </a:solidFill>
              <a:effectLst/>
              <a:uFillTx/>
              <a:latin typeface="Nimbus Roman"/>
            </a:endParaRPr>
          </a:p>
        </p:txBody>
      </p:sp>
      <p:sp>
        <p:nvSpPr>
          <p:cNvPr id="15" name="PlaceHolder 5"/>
          <p:cNvSpPr>
            <a:spLocks noGrp="1"/>
          </p:cNvSpPr>
          <p:nvPr>
            <p:ph type="ftr" idx="8"/>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US" sz="1200" b="0" u="none" strike="noStrike">
              <a:solidFill>
                <a:srgbClr val="000000"/>
              </a:solidFill>
              <a:effectLst/>
              <a:uFillTx/>
              <a:latin typeface="Nimbus Roman"/>
            </a:endParaRPr>
          </a:p>
        </p:txBody>
      </p:sp>
      <p:sp>
        <p:nvSpPr>
          <p:cNvPr id="16" name="PlaceHolder 6"/>
          <p:cNvSpPr>
            <a:spLocks noGrp="1"/>
          </p:cNvSpPr>
          <p:nvPr>
            <p:ph type="sldNum" idx="9"/>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1F36F852-B5B7-4A18-8A6B-CBE7F33C8916}" type="slidenum">
              <a:rPr lang="en-US" sz="1200" b="0" u="none" strike="noStrike">
                <a:solidFill>
                  <a:srgbClr val="898989"/>
                </a:solidFill>
                <a:effectLst/>
                <a:uFillTx/>
                <a:latin typeface="TradeGothic"/>
                <a:ea typeface="ＭＳ Ｐゴシック"/>
              </a:rPr>
              <a:t>‹#›</a:t>
            </a:fld>
            <a:endParaRPr lang="en-US" sz="1200" b="0" u="none" strike="noStrike">
              <a:solidFill>
                <a:srgbClr val="000000"/>
              </a:solidFill>
              <a:effectLst/>
              <a:uFillTx/>
              <a:latin typeface="Nimbus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914400" y="2130480"/>
            <a:ext cx="10362600" cy="146916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rgbClr val="000000"/>
              </a:solidFill>
              <a:effectLst/>
              <a:uFillTx/>
              <a:latin typeface="Nimbus Roman"/>
            </a:endParaRPr>
          </a:p>
        </p:txBody>
      </p:sp>
      <p:sp>
        <p:nvSpPr>
          <p:cNvPr id="18" name="PlaceHolder 2"/>
          <p:cNvSpPr>
            <a:spLocks noGrp="1"/>
          </p:cNvSpPr>
          <p:nvPr>
            <p:ph type="dt" idx="10"/>
          </p:nvPr>
        </p:nvSpPr>
        <p:spPr>
          <a:xfrm>
            <a:off x="609480" y="6356520"/>
            <a:ext cx="2844000" cy="364320"/>
          </a:xfrm>
          <a:prstGeom prst="rect">
            <a:avLst/>
          </a:prstGeom>
          <a:noFill/>
          <a:ln w="0">
            <a:noFill/>
          </a:ln>
        </p:spPr>
        <p:txBody>
          <a:bodyPr lIns="91440" tIns="45720" rIns="91440" bIns="45720" numCol="1" spcCol="0" anchor="ctr">
            <a:noAutofit/>
          </a:bodyPr>
          <a:lstStyle>
            <a:lvl1pPr indent="0"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US" sz="1200" b="0" u="none" strike="noStrike">
              <a:solidFill>
                <a:srgbClr val="000000"/>
              </a:solidFill>
              <a:effectLst/>
              <a:uFillTx/>
              <a:latin typeface="Nimbus Roman"/>
            </a:endParaRPr>
          </a:p>
        </p:txBody>
      </p:sp>
      <p:sp>
        <p:nvSpPr>
          <p:cNvPr id="19" name="PlaceHolder 3"/>
          <p:cNvSpPr>
            <a:spLocks noGrp="1"/>
          </p:cNvSpPr>
          <p:nvPr>
            <p:ph type="ftr" idx="11"/>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US" sz="1200" b="0" u="none" strike="noStrike">
              <a:solidFill>
                <a:srgbClr val="000000"/>
              </a:solidFill>
              <a:effectLst/>
              <a:uFillTx/>
              <a:latin typeface="Nimbus Roman"/>
            </a:endParaRPr>
          </a:p>
        </p:txBody>
      </p:sp>
      <p:sp>
        <p:nvSpPr>
          <p:cNvPr id="20" name="PlaceHolder 4"/>
          <p:cNvSpPr>
            <a:spLocks noGrp="1"/>
          </p:cNvSpPr>
          <p:nvPr>
            <p:ph type="sldNum" idx="12"/>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8C9BBB04-F121-4574-A5B1-4C751DEDF3F7}" type="slidenum">
              <a:rPr lang="en-US" sz="1200" b="0" u="none" strike="noStrike">
                <a:solidFill>
                  <a:srgbClr val="898989"/>
                </a:solidFill>
                <a:effectLst/>
                <a:uFillTx/>
                <a:latin typeface="TradeGothic"/>
                <a:ea typeface="ＭＳ Ｐゴシック"/>
              </a:rPr>
              <a:t>‹#›</a:t>
            </a:fld>
            <a:endParaRPr lang="en-US" sz="1200" b="0" u="none" strike="noStrike">
              <a:solidFill>
                <a:srgbClr val="000000"/>
              </a:solidFill>
              <a:effectLst/>
              <a:uFillTx/>
              <a:latin typeface="Nimbus Roman"/>
            </a:endParaRPr>
          </a:p>
        </p:txBody>
      </p:sp>
      <p:sp>
        <p:nvSpPr>
          <p:cNvPr id="21"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TradeGothic"/>
              </a:rPr>
              <a:t>Click to edit the outline text format</a:t>
            </a:r>
            <a:endParaRPr lang="en-US" sz="3200" b="0" u="none" strike="noStrike">
              <a:solidFill>
                <a:srgbClr val="000000"/>
              </a:solidFill>
              <a:effectLst/>
              <a:uFillTx/>
              <a:latin typeface="Nimbus Roman"/>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TradeGothic"/>
              </a:rPr>
              <a:t>Second Outline Level</a:t>
            </a:r>
            <a:endParaRPr lang="en-US" sz="2400" b="0" u="none" strike="noStrike">
              <a:solidFill>
                <a:srgbClr val="000000"/>
              </a:solidFill>
              <a:effectLst/>
              <a:uFillTx/>
              <a:latin typeface="Nimbus Roman"/>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TradeGothic"/>
              </a:rPr>
              <a:t>Third Outline Level</a:t>
            </a:r>
            <a:endParaRPr lang="en-US" sz="2000" b="0" u="none" strike="noStrike">
              <a:solidFill>
                <a:srgbClr val="000000"/>
              </a:solidFill>
              <a:effectLst/>
              <a:uFillTx/>
              <a:latin typeface="Nimbus Roman"/>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TradeGothic"/>
              </a:rPr>
              <a:t>Fourth Outline Level</a:t>
            </a:r>
            <a:endParaRPr lang="en-US" sz="2000" b="0" u="none" strike="noStrike">
              <a:solidFill>
                <a:srgbClr val="000000"/>
              </a:solidFill>
              <a:effectLst/>
              <a:uFillTx/>
              <a:latin typeface="Nimbus Roman"/>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radeGothic"/>
              </a:rPr>
              <a:t>Fifth Outline Level</a:t>
            </a:r>
            <a:endParaRPr lang="en-US" sz="2000" b="0" u="none" strike="noStrike">
              <a:solidFill>
                <a:srgbClr val="000000"/>
              </a:solidFill>
              <a:effectLst/>
              <a:uFillTx/>
              <a:latin typeface="Nimbus Roman"/>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radeGothic"/>
              </a:rPr>
              <a:t>Sixth Outline Level</a:t>
            </a:r>
            <a:endParaRPr lang="en-US" sz="2000" b="0" u="none" strike="noStrike">
              <a:solidFill>
                <a:srgbClr val="000000"/>
              </a:solidFill>
              <a:effectLst/>
              <a:uFillTx/>
              <a:latin typeface="Nimbus Roman"/>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radeGothic"/>
              </a:rPr>
              <a:t>Seventh Outline Level</a:t>
            </a:r>
            <a:endParaRPr lang="en-US" sz="2000" b="0" u="none" strike="noStrike">
              <a:solidFill>
                <a:srgbClr val="000000"/>
              </a:solidFill>
              <a:effectLst/>
              <a:uFillTx/>
              <a:latin typeface="Nimbus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47520"/>
            <a:ext cx="10972080" cy="114228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rgbClr val="000000"/>
              </a:solidFill>
              <a:effectLst/>
              <a:uFillTx/>
              <a:latin typeface="Nimbus Roman"/>
            </a:endParaRPr>
          </a:p>
        </p:txBody>
      </p:sp>
      <p:sp>
        <p:nvSpPr>
          <p:cNvPr id="23" name="PlaceHolder 2"/>
          <p:cNvSpPr>
            <a:spLocks noGrp="1"/>
          </p:cNvSpPr>
          <p:nvPr>
            <p:ph type="body"/>
          </p:nvPr>
        </p:nvSpPr>
        <p:spPr>
          <a:xfrm>
            <a:off x="609480" y="1095480"/>
            <a:ext cx="10972080" cy="5029920"/>
          </a:xfrm>
          <a:prstGeom prst="rect">
            <a:avLst/>
          </a:prstGeom>
          <a:noFill/>
          <a:ln w="9360">
            <a:noFill/>
          </a:ln>
        </p:spPr>
        <p:txBody>
          <a:bodyPr vert="eaVert" lIns="91440" tIns="45720" rIns="91440" bIns="45720" numCol="1" spcCol="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rgbClr val="000000"/>
              </a:solidFill>
              <a:effectLst/>
              <a:uFillTx/>
              <a:latin typeface="Nimbus Roman"/>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rgbClr val="000000"/>
              </a:solidFill>
              <a:effectLst/>
              <a:uFillTx/>
              <a:latin typeface="Nimbus Roman"/>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rgbClr val="000000"/>
              </a:solidFill>
              <a:effectLst/>
              <a:uFillTx/>
              <a:latin typeface="Nimbus Roman"/>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rgbClr val="000000"/>
              </a:solidFill>
              <a:effectLst/>
              <a:uFillTx/>
              <a:latin typeface="Nimbus Roman"/>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rgbClr val="000000"/>
              </a:solidFill>
              <a:effectLst/>
              <a:uFillTx/>
              <a:latin typeface="Nimbus Roman"/>
            </a:endParaRPr>
          </a:p>
        </p:txBody>
      </p:sp>
      <p:sp>
        <p:nvSpPr>
          <p:cNvPr id="24" name="PlaceHolder 3"/>
          <p:cNvSpPr>
            <a:spLocks noGrp="1"/>
          </p:cNvSpPr>
          <p:nvPr>
            <p:ph type="dt" idx="13"/>
          </p:nvPr>
        </p:nvSpPr>
        <p:spPr>
          <a:xfrm>
            <a:off x="609480" y="6356520"/>
            <a:ext cx="2844000" cy="364320"/>
          </a:xfrm>
          <a:prstGeom prst="rect">
            <a:avLst/>
          </a:prstGeom>
          <a:noFill/>
          <a:ln w="0">
            <a:noFill/>
          </a:ln>
        </p:spPr>
        <p:txBody>
          <a:bodyPr lIns="91440" tIns="45720" rIns="91440" bIns="45720" numCol="1" spcCol="0" anchor="ctr">
            <a:noAutofit/>
          </a:bodyPr>
          <a:lstStyle>
            <a:lvl1pPr indent="0"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US" sz="1200" b="0" u="none" strike="noStrike">
              <a:solidFill>
                <a:srgbClr val="000000"/>
              </a:solidFill>
              <a:effectLst/>
              <a:uFillTx/>
              <a:latin typeface="Nimbus Roman"/>
            </a:endParaRPr>
          </a:p>
        </p:txBody>
      </p:sp>
      <p:sp>
        <p:nvSpPr>
          <p:cNvPr id="25" name="PlaceHolder 4"/>
          <p:cNvSpPr>
            <a:spLocks noGrp="1"/>
          </p:cNvSpPr>
          <p:nvPr>
            <p:ph type="ftr" idx="14"/>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US" sz="1200" b="0" u="none" strike="noStrike">
              <a:solidFill>
                <a:srgbClr val="000000"/>
              </a:solidFill>
              <a:effectLst/>
              <a:uFillTx/>
              <a:latin typeface="Nimbus Roman"/>
            </a:endParaRPr>
          </a:p>
        </p:txBody>
      </p:sp>
      <p:sp>
        <p:nvSpPr>
          <p:cNvPr id="26" name="PlaceHolder 5"/>
          <p:cNvSpPr>
            <a:spLocks noGrp="1"/>
          </p:cNvSpPr>
          <p:nvPr>
            <p:ph type="sldNum" idx="15"/>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757713E3-5446-402A-81CB-8C498AA6F7DE}" type="slidenum">
              <a:rPr lang="en-US" sz="1200" b="0" u="none" strike="noStrike">
                <a:solidFill>
                  <a:srgbClr val="898989"/>
                </a:solidFill>
                <a:effectLst/>
                <a:uFillTx/>
                <a:latin typeface="TradeGothic"/>
                <a:ea typeface="ＭＳ Ｐゴシック"/>
              </a:rPr>
              <a:t>‹#›</a:t>
            </a:fld>
            <a:endParaRPr lang="en-US" sz="1200" b="0" u="none" strike="noStrike">
              <a:solidFill>
                <a:srgbClr val="000000"/>
              </a:solidFill>
              <a:effectLst/>
              <a:uFillTx/>
              <a:latin typeface="Nimbus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839080" y="274680"/>
            <a:ext cx="2742480" cy="5850720"/>
          </a:xfrm>
          <a:prstGeom prst="rect">
            <a:avLst/>
          </a:prstGeom>
          <a:noFill/>
          <a:ln w="9360">
            <a:noFill/>
          </a:ln>
        </p:spPr>
        <p:txBody>
          <a:bodyPr vert="eaVert" lIns="91440" tIns="45720" rIns="91440" bIns="45720" numCol="1" spcCol="0" anchor="ctr">
            <a:noAutofit/>
          </a:body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rgbClr val="000000"/>
              </a:solidFill>
              <a:effectLst/>
              <a:uFillTx/>
              <a:latin typeface="Nimbus Roman"/>
            </a:endParaRPr>
          </a:p>
        </p:txBody>
      </p:sp>
      <p:sp>
        <p:nvSpPr>
          <p:cNvPr id="28" name="PlaceHolder 2"/>
          <p:cNvSpPr>
            <a:spLocks noGrp="1"/>
          </p:cNvSpPr>
          <p:nvPr>
            <p:ph type="body"/>
          </p:nvPr>
        </p:nvSpPr>
        <p:spPr>
          <a:xfrm>
            <a:off x="609480" y="274680"/>
            <a:ext cx="8025840" cy="5850720"/>
          </a:xfrm>
          <a:prstGeom prst="rect">
            <a:avLst/>
          </a:prstGeom>
          <a:noFill/>
          <a:ln w="9360">
            <a:noFill/>
          </a:ln>
        </p:spPr>
        <p:txBody>
          <a:bodyPr vert="eaVert" lIns="91440" tIns="45720" rIns="91440" bIns="45720" numCol="1" spcCol="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rgbClr val="000000"/>
              </a:solidFill>
              <a:effectLst/>
              <a:uFillTx/>
              <a:latin typeface="Nimbus Roman"/>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rgbClr val="000000"/>
              </a:solidFill>
              <a:effectLst/>
              <a:uFillTx/>
              <a:latin typeface="Nimbus Roman"/>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rgbClr val="000000"/>
              </a:solidFill>
              <a:effectLst/>
              <a:uFillTx/>
              <a:latin typeface="Nimbus Roman"/>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rgbClr val="000000"/>
              </a:solidFill>
              <a:effectLst/>
              <a:uFillTx/>
              <a:latin typeface="Nimbus Roman"/>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rgbClr val="000000"/>
              </a:solidFill>
              <a:effectLst/>
              <a:uFillTx/>
              <a:latin typeface="Nimbus Roman"/>
            </a:endParaRPr>
          </a:p>
        </p:txBody>
      </p:sp>
      <p:sp>
        <p:nvSpPr>
          <p:cNvPr id="29" name="PlaceHolder 3"/>
          <p:cNvSpPr>
            <a:spLocks noGrp="1"/>
          </p:cNvSpPr>
          <p:nvPr>
            <p:ph type="dt" idx="16"/>
          </p:nvPr>
        </p:nvSpPr>
        <p:spPr>
          <a:xfrm>
            <a:off x="609480" y="6356520"/>
            <a:ext cx="2844000" cy="364320"/>
          </a:xfrm>
          <a:prstGeom prst="rect">
            <a:avLst/>
          </a:prstGeom>
          <a:noFill/>
          <a:ln w="0">
            <a:noFill/>
          </a:ln>
        </p:spPr>
        <p:txBody>
          <a:bodyPr lIns="91440" tIns="45720" rIns="91440" bIns="45720" numCol="1" spcCol="0" anchor="ctr">
            <a:noAutofit/>
          </a:bodyPr>
          <a:lstStyle>
            <a:lvl1pPr indent="0"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US" sz="1200" b="0" u="none" strike="noStrike">
              <a:solidFill>
                <a:srgbClr val="000000"/>
              </a:solidFill>
              <a:effectLst/>
              <a:uFillTx/>
              <a:latin typeface="Nimbus Roman"/>
            </a:endParaRPr>
          </a:p>
        </p:txBody>
      </p:sp>
      <p:sp>
        <p:nvSpPr>
          <p:cNvPr id="30" name="PlaceHolder 4"/>
          <p:cNvSpPr>
            <a:spLocks noGrp="1"/>
          </p:cNvSpPr>
          <p:nvPr>
            <p:ph type="ftr" idx="17"/>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US" sz="1200" b="0" u="none" strike="noStrike">
              <a:solidFill>
                <a:srgbClr val="000000"/>
              </a:solidFill>
              <a:effectLst/>
              <a:uFillTx/>
              <a:latin typeface="Nimbus Roman"/>
            </a:endParaRPr>
          </a:p>
        </p:txBody>
      </p:sp>
      <p:sp>
        <p:nvSpPr>
          <p:cNvPr id="31" name="PlaceHolder 5"/>
          <p:cNvSpPr>
            <a:spLocks noGrp="1"/>
          </p:cNvSpPr>
          <p:nvPr>
            <p:ph type="sldNum" idx="18"/>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66FD071B-557E-436D-9195-B677A7E7F5A3}" type="slidenum">
              <a:rPr lang="en-US" sz="1200" b="0" u="none" strike="noStrike">
                <a:solidFill>
                  <a:srgbClr val="898989"/>
                </a:solidFill>
                <a:effectLst/>
                <a:uFillTx/>
                <a:latin typeface="TradeGothic"/>
                <a:ea typeface="ＭＳ Ｐゴシック"/>
              </a:rPr>
              <a:t>‹#›</a:t>
            </a:fld>
            <a:endParaRPr lang="en-US" sz="1200" b="0" u="none" strike="noStrike">
              <a:solidFill>
                <a:srgbClr val="000000"/>
              </a:solidFill>
              <a:effectLst/>
              <a:uFillTx/>
              <a:latin typeface="Nimbus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47520"/>
            <a:ext cx="10972080" cy="114228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rgbClr val="000000"/>
              </a:solidFill>
              <a:effectLst/>
              <a:uFillTx/>
              <a:latin typeface="Nimbus Roman"/>
            </a:endParaRPr>
          </a:p>
        </p:txBody>
      </p:sp>
      <p:sp>
        <p:nvSpPr>
          <p:cNvPr id="33" name="PlaceHolder 2"/>
          <p:cNvSpPr>
            <a:spLocks noGrp="1"/>
          </p:cNvSpPr>
          <p:nvPr>
            <p:ph type="body"/>
          </p:nvPr>
        </p:nvSpPr>
        <p:spPr>
          <a:xfrm>
            <a:off x="609480" y="1095480"/>
            <a:ext cx="10972080" cy="502992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TradeGothic"/>
                <a:ea typeface="ＭＳ Ｐゴシック"/>
              </a:rPr>
              <a:t>Click to edit Master text styles</a:t>
            </a:r>
            <a:endParaRPr lang="en-US" sz="3200" b="0" u="none" strike="noStrike">
              <a:solidFill>
                <a:srgbClr val="000000"/>
              </a:solidFill>
              <a:effectLst/>
              <a:uFillTx/>
              <a:latin typeface="Nimbus Roman"/>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Second level</a:t>
            </a:r>
            <a:endParaRPr lang="en-US" sz="2800" b="0" u="none" strike="noStrike">
              <a:solidFill>
                <a:srgbClr val="000000"/>
              </a:solidFill>
              <a:effectLst/>
              <a:uFillTx/>
              <a:latin typeface="Nimbus Roman"/>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Third level</a:t>
            </a:r>
            <a:endParaRPr lang="en-US" sz="2400" b="0" u="none" strike="noStrike">
              <a:solidFill>
                <a:srgbClr val="000000"/>
              </a:solidFill>
              <a:effectLst/>
              <a:uFillTx/>
              <a:latin typeface="Nimbus Roman"/>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Fourth level</a:t>
            </a:r>
            <a:endParaRPr lang="en-US" sz="2000" b="0" u="none" strike="noStrike">
              <a:solidFill>
                <a:srgbClr val="000000"/>
              </a:solidFill>
              <a:effectLst/>
              <a:uFillTx/>
              <a:latin typeface="Nimbus Roman"/>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Fifth level</a:t>
            </a:r>
            <a:endParaRPr lang="en-US" sz="2000" b="0" u="none" strike="noStrike">
              <a:solidFill>
                <a:srgbClr val="000000"/>
              </a:solidFill>
              <a:effectLst/>
              <a:uFillTx/>
              <a:latin typeface="Nimbus Roman"/>
            </a:endParaRPr>
          </a:p>
        </p:txBody>
      </p:sp>
      <p:sp>
        <p:nvSpPr>
          <p:cNvPr id="34" name="PlaceHolder 3"/>
          <p:cNvSpPr>
            <a:spLocks noGrp="1"/>
          </p:cNvSpPr>
          <p:nvPr>
            <p:ph type="dt" idx="19"/>
          </p:nvPr>
        </p:nvSpPr>
        <p:spPr>
          <a:xfrm>
            <a:off x="609480" y="6356520"/>
            <a:ext cx="2844000" cy="364320"/>
          </a:xfrm>
          <a:prstGeom prst="rect">
            <a:avLst/>
          </a:prstGeom>
          <a:noFill/>
          <a:ln w="0">
            <a:noFill/>
          </a:ln>
        </p:spPr>
        <p:txBody>
          <a:bodyPr lIns="91440" tIns="45720" rIns="91440" bIns="45720" numCol="1" spcCol="0" anchor="ctr">
            <a:noAutofit/>
          </a:bodyPr>
          <a:lstStyle>
            <a:lvl1pPr indent="0"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US" sz="1200" b="0" u="none" strike="noStrike">
              <a:solidFill>
                <a:srgbClr val="000000"/>
              </a:solidFill>
              <a:effectLst/>
              <a:uFillTx/>
              <a:latin typeface="Nimbus Roman"/>
            </a:endParaRPr>
          </a:p>
        </p:txBody>
      </p:sp>
      <p:sp>
        <p:nvSpPr>
          <p:cNvPr id="35" name="PlaceHolder 4"/>
          <p:cNvSpPr>
            <a:spLocks noGrp="1"/>
          </p:cNvSpPr>
          <p:nvPr>
            <p:ph type="ftr" idx="20"/>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US" sz="1200" b="0" u="none" strike="noStrike">
              <a:solidFill>
                <a:srgbClr val="000000"/>
              </a:solidFill>
              <a:effectLst/>
              <a:uFillTx/>
              <a:latin typeface="Nimbus Roman"/>
            </a:endParaRPr>
          </a:p>
        </p:txBody>
      </p:sp>
      <p:sp>
        <p:nvSpPr>
          <p:cNvPr id="36" name="PlaceHolder 5"/>
          <p:cNvSpPr>
            <a:spLocks noGrp="1"/>
          </p:cNvSpPr>
          <p:nvPr>
            <p:ph type="sldNum" idx="21"/>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73BC7A91-EDB8-43BB-9FD0-A2B4A7E48032}" type="slidenum">
              <a:rPr lang="en-US" sz="1200" b="0" u="none" strike="noStrike">
                <a:solidFill>
                  <a:srgbClr val="898989"/>
                </a:solidFill>
                <a:effectLst/>
                <a:uFillTx/>
                <a:latin typeface="TradeGothic"/>
                <a:ea typeface="ＭＳ Ｐゴシック"/>
              </a:rPr>
              <a:t>‹#›</a:t>
            </a:fld>
            <a:endParaRPr lang="en-US" sz="1200" b="0" u="none" strike="noStrike">
              <a:solidFill>
                <a:srgbClr val="000000"/>
              </a:solidFill>
              <a:effectLst/>
              <a:uFillTx/>
              <a:latin typeface="Nimbus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963000" y="4406760"/>
            <a:ext cx="10362600" cy="1361520"/>
          </a:xfrm>
          <a:prstGeom prst="rect">
            <a:avLst/>
          </a:prstGeom>
          <a:noFill/>
          <a:ln w="9360">
            <a:noFill/>
          </a:ln>
        </p:spPr>
        <p:txBody>
          <a:bodyPr lIns="91440" tIns="45720" rIns="91440" bIns="45720" numCol="1" spcCol="0" anchor="t">
            <a:noAutofit/>
          </a:bodyPr>
          <a:lstStyle/>
          <a:p>
            <a:pPr indent="0" defTabSz="457200">
              <a:lnSpc>
                <a:spcPct val="100000"/>
              </a:lnSpc>
              <a:buNone/>
              <a:tabLst>
                <a:tab pos="0" algn="l"/>
              </a:tabLst>
            </a:pPr>
            <a:r>
              <a:rPr lang="en-US" sz="4000" b="1" u="none" strike="noStrike" cap="all">
                <a:solidFill>
                  <a:schemeClr val="dk1"/>
                </a:solidFill>
                <a:effectLst/>
                <a:uFillTx/>
                <a:latin typeface="TradeGothic"/>
                <a:ea typeface="ＭＳ Ｐゴシック"/>
              </a:rPr>
              <a:t>Click to edit Master title style</a:t>
            </a:r>
            <a:endParaRPr lang="en-US" sz="4000" b="0" u="none" strike="noStrike">
              <a:solidFill>
                <a:srgbClr val="000000"/>
              </a:solidFill>
              <a:effectLst/>
              <a:uFillTx/>
              <a:latin typeface="Nimbus Roman"/>
            </a:endParaRPr>
          </a:p>
        </p:txBody>
      </p:sp>
      <p:sp>
        <p:nvSpPr>
          <p:cNvPr id="38" name="PlaceHolder 2"/>
          <p:cNvSpPr>
            <a:spLocks noGrp="1"/>
          </p:cNvSpPr>
          <p:nvPr>
            <p:ph type="body"/>
          </p:nvPr>
        </p:nvSpPr>
        <p:spPr>
          <a:xfrm>
            <a:off x="963000" y="2906640"/>
            <a:ext cx="10362600" cy="1499400"/>
          </a:xfrm>
          <a:prstGeom prst="rect">
            <a:avLst/>
          </a:prstGeom>
          <a:noFill/>
          <a:ln w="9360">
            <a:noFill/>
          </a:ln>
        </p:spPr>
        <p:txBody>
          <a:bodyPr lIns="91440" tIns="45720" rIns="91440" bIns="45720" numCol="1" spcCol="0" anchor="b">
            <a:noAutofit/>
          </a:bodyPr>
          <a:lstStyle/>
          <a:p>
            <a:pPr indent="0" defTabSz="457200">
              <a:lnSpc>
                <a:spcPct val="100000"/>
              </a:lnSpc>
              <a:spcBef>
                <a:spcPts val="400"/>
              </a:spcBef>
              <a:buNone/>
              <a:tabLst>
                <a:tab pos="0" algn="l"/>
              </a:tabLst>
            </a:pPr>
            <a:r>
              <a:rPr lang="en-US" sz="2000" b="0" u="none" strike="noStrike">
                <a:solidFill>
                  <a:schemeClr val="dk1">
                    <a:tint val="75000"/>
                  </a:schemeClr>
                </a:solidFill>
                <a:effectLst/>
                <a:uFillTx/>
                <a:latin typeface="TradeGothic"/>
                <a:ea typeface="ＭＳ Ｐゴシック"/>
              </a:rPr>
              <a:t>Click to edit Master text styles</a:t>
            </a:r>
            <a:endParaRPr lang="en-US" sz="2000" b="0" u="none" strike="noStrike">
              <a:solidFill>
                <a:srgbClr val="000000"/>
              </a:solidFill>
              <a:effectLst/>
              <a:uFillTx/>
              <a:latin typeface="Nimbus Roman"/>
            </a:endParaRPr>
          </a:p>
        </p:txBody>
      </p:sp>
      <p:sp>
        <p:nvSpPr>
          <p:cNvPr id="39" name="PlaceHolder 3"/>
          <p:cNvSpPr>
            <a:spLocks noGrp="1"/>
          </p:cNvSpPr>
          <p:nvPr>
            <p:ph type="dt" idx="22"/>
          </p:nvPr>
        </p:nvSpPr>
        <p:spPr>
          <a:xfrm>
            <a:off x="609480" y="6356520"/>
            <a:ext cx="2844000" cy="364320"/>
          </a:xfrm>
          <a:prstGeom prst="rect">
            <a:avLst/>
          </a:prstGeom>
          <a:noFill/>
          <a:ln w="0">
            <a:noFill/>
          </a:ln>
        </p:spPr>
        <p:txBody>
          <a:bodyPr lIns="91440" tIns="45720" rIns="91440" bIns="45720" numCol="1" spcCol="0" anchor="ctr">
            <a:noAutofit/>
          </a:bodyPr>
          <a:lstStyle>
            <a:lvl1pPr indent="0"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US" sz="1200" b="0" u="none" strike="noStrike">
              <a:solidFill>
                <a:srgbClr val="000000"/>
              </a:solidFill>
              <a:effectLst/>
              <a:uFillTx/>
              <a:latin typeface="Nimbus Roman"/>
            </a:endParaRPr>
          </a:p>
        </p:txBody>
      </p:sp>
      <p:sp>
        <p:nvSpPr>
          <p:cNvPr id="40" name="PlaceHolder 4"/>
          <p:cNvSpPr>
            <a:spLocks noGrp="1"/>
          </p:cNvSpPr>
          <p:nvPr>
            <p:ph type="ftr" idx="23"/>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US" sz="1200" b="0" u="none" strike="noStrike">
              <a:solidFill>
                <a:srgbClr val="000000"/>
              </a:solidFill>
              <a:effectLst/>
              <a:uFillTx/>
              <a:latin typeface="Nimbus Roman"/>
            </a:endParaRPr>
          </a:p>
        </p:txBody>
      </p:sp>
      <p:sp>
        <p:nvSpPr>
          <p:cNvPr id="41" name="PlaceHolder 5"/>
          <p:cNvSpPr>
            <a:spLocks noGrp="1"/>
          </p:cNvSpPr>
          <p:nvPr>
            <p:ph type="sldNum" idx="24"/>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09642314-7127-4C4C-A5CB-BF74DE70D567}" type="slidenum">
              <a:rPr lang="en-US" sz="1200" b="0" u="none" strike="noStrike">
                <a:solidFill>
                  <a:srgbClr val="898989"/>
                </a:solidFill>
                <a:effectLst/>
                <a:uFillTx/>
                <a:latin typeface="TradeGothic"/>
                <a:ea typeface="ＭＳ Ｐゴシック"/>
              </a:rPr>
              <a:t>‹#›</a:t>
            </a:fld>
            <a:endParaRPr lang="en-US" sz="1200" b="0" u="none" strike="noStrike">
              <a:solidFill>
                <a:srgbClr val="000000"/>
              </a:solidFill>
              <a:effectLst/>
              <a:uFillTx/>
              <a:latin typeface="Nimbus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47520"/>
            <a:ext cx="10972080" cy="114228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rgbClr val="000000"/>
              </a:solidFill>
              <a:effectLst/>
              <a:uFillTx/>
              <a:latin typeface="Nimbus Roman"/>
            </a:endParaRPr>
          </a:p>
        </p:txBody>
      </p:sp>
      <p:sp>
        <p:nvSpPr>
          <p:cNvPr id="43" name="PlaceHolder 2"/>
          <p:cNvSpPr>
            <a:spLocks noGrp="1"/>
          </p:cNvSpPr>
          <p:nvPr>
            <p:ph type="body"/>
          </p:nvPr>
        </p:nvSpPr>
        <p:spPr>
          <a:xfrm>
            <a:off x="609480" y="1600200"/>
            <a:ext cx="5384160" cy="452520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Click to edit Master text styles</a:t>
            </a:r>
            <a:endParaRPr lang="en-US" sz="2800" b="0" u="none" strike="noStrike">
              <a:solidFill>
                <a:srgbClr val="000000"/>
              </a:solidFill>
              <a:effectLst/>
              <a:uFillTx/>
              <a:latin typeface="Nimbus Roman"/>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Second level</a:t>
            </a:r>
            <a:endParaRPr lang="en-US" sz="2400" b="0" u="none" strike="noStrike">
              <a:solidFill>
                <a:srgbClr val="000000"/>
              </a:solidFill>
              <a:effectLst/>
              <a:uFillTx/>
              <a:latin typeface="Nimbus Roman"/>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Third level</a:t>
            </a:r>
            <a:endParaRPr lang="en-US" sz="2000" b="0" u="none" strike="noStrike">
              <a:solidFill>
                <a:srgbClr val="000000"/>
              </a:solidFill>
              <a:effectLst/>
              <a:uFillTx/>
              <a:latin typeface="Nimbus Roman"/>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Fourth level</a:t>
            </a:r>
            <a:endParaRPr lang="en-US" sz="1800" b="0" u="none" strike="noStrike">
              <a:solidFill>
                <a:srgbClr val="000000"/>
              </a:solidFill>
              <a:effectLst/>
              <a:uFillTx/>
              <a:latin typeface="Nimbus Roman"/>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Fifth level</a:t>
            </a:r>
            <a:endParaRPr lang="en-US" sz="1800" b="0" u="none" strike="noStrike">
              <a:solidFill>
                <a:srgbClr val="000000"/>
              </a:solidFill>
              <a:effectLst/>
              <a:uFillTx/>
              <a:latin typeface="Nimbus Roman"/>
            </a:endParaRPr>
          </a:p>
        </p:txBody>
      </p:sp>
      <p:sp>
        <p:nvSpPr>
          <p:cNvPr id="44" name="PlaceHolder 3"/>
          <p:cNvSpPr>
            <a:spLocks noGrp="1"/>
          </p:cNvSpPr>
          <p:nvPr>
            <p:ph type="body"/>
          </p:nvPr>
        </p:nvSpPr>
        <p:spPr>
          <a:xfrm>
            <a:off x="6197760" y="1600200"/>
            <a:ext cx="5384160" cy="452520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TradeGothic"/>
                <a:ea typeface="ＭＳ Ｐゴシック"/>
              </a:rPr>
              <a:t>Click to edit Master text styles</a:t>
            </a:r>
            <a:endParaRPr lang="en-US" sz="2800" b="0" u="none" strike="noStrike">
              <a:solidFill>
                <a:srgbClr val="000000"/>
              </a:solidFill>
              <a:effectLst/>
              <a:uFillTx/>
              <a:latin typeface="Nimbus Roman"/>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Second level</a:t>
            </a:r>
            <a:endParaRPr lang="en-US" sz="2400" b="0" u="none" strike="noStrike">
              <a:solidFill>
                <a:srgbClr val="000000"/>
              </a:solidFill>
              <a:effectLst/>
              <a:uFillTx/>
              <a:latin typeface="Nimbus Roman"/>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Third level</a:t>
            </a:r>
            <a:endParaRPr lang="en-US" sz="2000" b="0" u="none" strike="noStrike">
              <a:solidFill>
                <a:srgbClr val="000000"/>
              </a:solidFill>
              <a:effectLst/>
              <a:uFillTx/>
              <a:latin typeface="Nimbus Roman"/>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Fourth level</a:t>
            </a:r>
            <a:endParaRPr lang="en-US" sz="1800" b="0" u="none" strike="noStrike">
              <a:solidFill>
                <a:srgbClr val="000000"/>
              </a:solidFill>
              <a:effectLst/>
              <a:uFillTx/>
              <a:latin typeface="Nimbus Roman"/>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Fifth level</a:t>
            </a:r>
            <a:endParaRPr lang="en-US" sz="1800" b="0" u="none" strike="noStrike">
              <a:solidFill>
                <a:srgbClr val="000000"/>
              </a:solidFill>
              <a:effectLst/>
              <a:uFillTx/>
              <a:latin typeface="Nimbus Roman"/>
            </a:endParaRPr>
          </a:p>
        </p:txBody>
      </p:sp>
      <p:sp>
        <p:nvSpPr>
          <p:cNvPr id="45" name="PlaceHolder 4"/>
          <p:cNvSpPr>
            <a:spLocks noGrp="1"/>
          </p:cNvSpPr>
          <p:nvPr>
            <p:ph type="dt" idx="25"/>
          </p:nvPr>
        </p:nvSpPr>
        <p:spPr>
          <a:xfrm>
            <a:off x="609480" y="6356520"/>
            <a:ext cx="2844000" cy="364320"/>
          </a:xfrm>
          <a:prstGeom prst="rect">
            <a:avLst/>
          </a:prstGeom>
          <a:noFill/>
          <a:ln w="0">
            <a:noFill/>
          </a:ln>
        </p:spPr>
        <p:txBody>
          <a:bodyPr lIns="91440" tIns="45720" rIns="91440" bIns="45720" numCol="1" spcCol="0" anchor="ctr">
            <a:noAutofit/>
          </a:bodyPr>
          <a:lstStyle>
            <a:lvl1pPr indent="0"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US" sz="1200" b="0" u="none" strike="noStrike">
              <a:solidFill>
                <a:srgbClr val="000000"/>
              </a:solidFill>
              <a:effectLst/>
              <a:uFillTx/>
              <a:latin typeface="Nimbus Roman"/>
            </a:endParaRPr>
          </a:p>
        </p:txBody>
      </p:sp>
      <p:sp>
        <p:nvSpPr>
          <p:cNvPr id="46" name="PlaceHolder 5"/>
          <p:cNvSpPr>
            <a:spLocks noGrp="1"/>
          </p:cNvSpPr>
          <p:nvPr>
            <p:ph type="ftr" idx="26"/>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US" sz="1200" b="0" u="none" strike="noStrike">
              <a:solidFill>
                <a:srgbClr val="000000"/>
              </a:solidFill>
              <a:effectLst/>
              <a:uFillTx/>
              <a:latin typeface="Nimbus Roman"/>
            </a:endParaRPr>
          </a:p>
        </p:txBody>
      </p:sp>
      <p:sp>
        <p:nvSpPr>
          <p:cNvPr id="47" name="PlaceHolder 6"/>
          <p:cNvSpPr>
            <a:spLocks noGrp="1"/>
          </p:cNvSpPr>
          <p:nvPr>
            <p:ph type="sldNum" idx="27"/>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EE89C2D8-490E-4A80-B8AB-66BD2FD7B613}" type="slidenum">
              <a:rPr lang="en-US" sz="1200" b="0" u="none" strike="noStrike">
                <a:solidFill>
                  <a:srgbClr val="898989"/>
                </a:solidFill>
                <a:effectLst/>
                <a:uFillTx/>
                <a:latin typeface="TradeGothic"/>
                <a:ea typeface="ＭＳ Ｐゴシック"/>
              </a:rPr>
              <a:t>‹#›</a:t>
            </a:fld>
            <a:endParaRPr lang="en-US" sz="1200" b="0" u="none" strike="noStrike">
              <a:solidFill>
                <a:srgbClr val="000000"/>
              </a:solidFill>
              <a:effectLst/>
              <a:uFillTx/>
              <a:latin typeface="Nimbus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47520"/>
            <a:ext cx="10972080" cy="114228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rgbClr val="000000"/>
              </a:solidFill>
              <a:effectLst/>
              <a:uFillTx/>
              <a:latin typeface="Nimbus Roman"/>
            </a:endParaRPr>
          </a:p>
        </p:txBody>
      </p:sp>
      <p:sp>
        <p:nvSpPr>
          <p:cNvPr id="49" name="PlaceHolder 2"/>
          <p:cNvSpPr>
            <a:spLocks noGrp="1"/>
          </p:cNvSpPr>
          <p:nvPr>
            <p:ph type="body"/>
          </p:nvPr>
        </p:nvSpPr>
        <p:spPr>
          <a:xfrm>
            <a:off x="609480" y="1535040"/>
            <a:ext cx="5386320" cy="639000"/>
          </a:xfrm>
          <a:prstGeom prst="rect">
            <a:avLst/>
          </a:prstGeom>
          <a:noFill/>
          <a:ln w="9360">
            <a:noFill/>
          </a:ln>
        </p:spPr>
        <p:txBody>
          <a:bodyPr lIns="91440" tIns="45720" rIns="91440" bIns="45720" numCol="1" spcCol="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TradeGothic"/>
                <a:ea typeface="ＭＳ Ｐゴシック"/>
              </a:rPr>
              <a:t>Click to edit Master text styles</a:t>
            </a:r>
            <a:endParaRPr lang="en-US" sz="2400" b="0" u="none" strike="noStrike">
              <a:solidFill>
                <a:srgbClr val="000000"/>
              </a:solidFill>
              <a:effectLst/>
              <a:uFillTx/>
              <a:latin typeface="Nimbus Roman"/>
            </a:endParaRPr>
          </a:p>
        </p:txBody>
      </p:sp>
      <p:sp>
        <p:nvSpPr>
          <p:cNvPr id="50" name="PlaceHolder 3"/>
          <p:cNvSpPr>
            <a:spLocks noGrp="1"/>
          </p:cNvSpPr>
          <p:nvPr>
            <p:ph type="body"/>
          </p:nvPr>
        </p:nvSpPr>
        <p:spPr>
          <a:xfrm>
            <a:off x="609480" y="2174760"/>
            <a:ext cx="5386320" cy="395064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Click to edit Master text styles</a:t>
            </a:r>
            <a:endParaRPr lang="en-US" sz="2400" b="0" u="none" strike="noStrike">
              <a:solidFill>
                <a:srgbClr val="000000"/>
              </a:solidFill>
              <a:effectLst/>
              <a:uFillTx/>
              <a:latin typeface="Nimbus Roman"/>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Second level</a:t>
            </a:r>
            <a:endParaRPr lang="en-US" sz="2000" b="0" u="none" strike="noStrike">
              <a:solidFill>
                <a:srgbClr val="000000"/>
              </a:solidFill>
              <a:effectLst/>
              <a:uFillTx/>
              <a:latin typeface="Nimbus Roman"/>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Third level</a:t>
            </a:r>
            <a:endParaRPr lang="en-US" sz="1800" b="0" u="none" strike="noStrike">
              <a:solidFill>
                <a:srgbClr val="000000"/>
              </a:solidFill>
              <a:effectLst/>
              <a:uFillTx/>
              <a:latin typeface="Nimbus Roman"/>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TradeGothic"/>
                <a:ea typeface="ＭＳ Ｐゴシック"/>
              </a:rPr>
              <a:t>Fourth level</a:t>
            </a:r>
            <a:endParaRPr lang="en-US" sz="1600" b="0" u="none" strike="noStrike">
              <a:solidFill>
                <a:srgbClr val="000000"/>
              </a:solidFill>
              <a:effectLst/>
              <a:uFillTx/>
              <a:latin typeface="Nimbus Roman"/>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TradeGothic"/>
                <a:ea typeface="ＭＳ Ｐゴシック"/>
              </a:rPr>
              <a:t>Fifth level</a:t>
            </a:r>
            <a:endParaRPr lang="en-US" sz="1600" b="0" u="none" strike="noStrike">
              <a:solidFill>
                <a:srgbClr val="000000"/>
              </a:solidFill>
              <a:effectLst/>
              <a:uFillTx/>
              <a:latin typeface="Nimbus Roman"/>
            </a:endParaRPr>
          </a:p>
        </p:txBody>
      </p:sp>
      <p:sp>
        <p:nvSpPr>
          <p:cNvPr id="51" name="PlaceHolder 4"/>
          <p:cNvSpPr>
            <a:spLocks noGrp="1"/>
          </p:cNvSpPr>
          <p:nvPr>
            <p:ph type="body"/>
          </p:nvPr>
        </p:nvSpPr>
        <p:spPr>
          <a:xfrm>
            <a:off x="6193440" y="1535040"/>
            <a:ext cx="5388480" cy="639000"/>
          </a:xfrm>
          <a:prstGeom prst="rect">
            <a:avLst/>
          </a:prstGeom>
          <a:noFill/>
          <a:ln w="9360">
            <a:noFill/>
          </a:ln>
        </p:spPr>
        <p:txBody>
          <a:bodyPr lIns="91440" tIns="45720" rIns="91440" bIns="45720" numCol="1" spcCol="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TradeGothic"/>
                <a:ea typeface="ＭＳ Ｐゴシック"/>
              </a:rPr>
              <a:t>Click to edit Master text styles</a:t>
            </a:r>
            <a:endParaRPr lang="en-US" sz="2400" b="0" u="none" strike="noStrike">
              <a:solidFill>
                <a:srgbClr val="000000"/>
              </a:solidFill>
              <a:effectLst/>
              <a:uFillTx/>
              <a:latin typeface="Nimbus Roman"/>
            </a:endParaRPr>
          </a:p>
        </p:txBody>
      </p:sp>
      <p:sp>
        <p:nvSpPr>
          <p:cNvPr id="52" name="PlaceHolder 5"/>
          <p:cNvSpPr>
            <a:spLocks noGrp="1"/>
          </p:cNvSpPr>
          <p:nvPr>
            <p:ph type="body"/>
          </p:nvPr>
        </p:nvSpPr>
        <p:spPr>
          <a:xfrm>
            <a:off x="6193440" y="2174760"/>
            <a:ext cx="5388480" cy="3950640"/>
          </a:xfrm>
          <a:prstGeom prst="rect">
            <a:avLst/>
          </a:prstGeom>
          <a:noFill/>
          <a:ln w="9360">
            <a:noFill/>
          </a:ln>
        </p:spPr>
        <p:txBody>
          <a:bodyPr lIns="91440" tIns="45720" rIns="91440" bIns="45720" numCol="1" spcCol="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TradeGothic"/>
                <a:ea typeface="ＭＳ Ｐゴシック"/>
              </a:rPr>
              <a:t>Click to edit Master text styles</a:t>
            </a:r>
            <a:endParaRPr lang="en-US" sz="2400" b="0" u="none" strike="noStrike">
              <a:solidFill>
                <a:srgbClr val="000000"/>
              </a:solidFill>
              <a:effectLst/>
              <a:uFillTx/>
              <a:latin typeface="Nimbus Roman"/>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TradeGothic"/>
                <a:ea typeface="ＭＳ Ｐゴシック"/>
              </a:rPr>
              <a:t>Second level</a:t>
            </a:r>
            <a:endParaRPr lang="en-US" sz="2000" b="0" u="none" strike="noStrike">
              <a:solidFill>
                <a:srgbClr val="000000"/>
              </a:solidFill>
              <a:effectLst/>
              <a:uFillTx/>
              <a:latin typeface="Nimbus Roman"/>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TradeGothic"/>
                <a:ea typeface="ＭＳ Ｐゴシック"/>
              </a:rPr>
              <a:t>Third level</a:t>
            </a:r>
            <a:endParaRPr lang="en-US" sz="1800" b="0" u="none" strike="noStrike">
              <a:solidFill>
                <a:srgbClr val="000000"/>
              </a:solidFill>
              <a:effectLst/>
              <a:uFillTx/>
              <a:latin typeface="Nimbus Roman"/>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TradeGothic"/>
                <a:ea typeface="ＭＳ Ｐゴシック"/>
              </a:rPr>
              <a:t>Fourth level</a:t>
            </a:r>
            <a:endParaRPr lang="en-US" sz="1600" b="0" u="none" strike="noStrike">
              <a:solidFill>
                <a:srgbClr val="000000"/>
              </a:solidFill>
              <a:effectLst/>
              <a:uFillTx/>
              <a:latin typeface="Nimbus Roman"/>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TradeGothic"/>
                <a:ea typeface="ＭＳ Ｐゴシック"/>
              </a:rPr>
              <a:t>Fifth level</a:t>
            </a:r>
            <a:endParaRPr lang="en-US" sz="1600" b="0" u="none" strike="noStrike">
              <a:solidFill>
                <a:srgbClr val="000000"/>
              </a:solidFill>
              <a:effectLst/>
              <a:uFillTx/>
              <a:latin typeface="Nimbus Roman"/>
            </a:endParaRPr>
          </a:p>
        </p:txBody>
      </p:sp>
      <p:sp>
        <p:nvSpPr>
          <p:cNvPr id="53" name="PlaceHolder 6"/>
          <p:cNvSpPr>
            <a:spLocks noGrp="1"/>
          </p:cNvSpPr>
          <p:nvPr>
            <p:ph type="dt" idx="28"/>
          </p:nvPr>
        </p:nvSpPr>
        <p:spPr>
          <a:xfrm>
            <a:off x="609480" y="6356520"/>
            <a:ext cx="2844000" cy="364320"/>
          </a:xfrm>
          <a:prstGeom prst="rect">
            <a:avLst/>
          </a:prstGeom>
          <a:noFill/>
          <a:ln w="0">
            <a:noFill/>
          </a:ln>
        </p:spPr>
        <p:txBody>
          <a:bodyPr lIns="91440" tIns="45720" rIns="91440" bIns="45720" numCol="1" spcCol="0" anchor="ctr">
            <a:noAutofit/>
          </a:bodyPr>
          <a:lstStyle>
            <a:lvl1pPr indent="0"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US" sz="1200" b="0" u="none" strike="noStrike">
              <a:solidFill>
                <a:srgbClr val="000000"/>
              </a:solidFill>
              <a:effectLst/>
              <a:uFillTx/>
              <a:latin typeface="Nimbus Roman"/>
            </a:endParaRPr>
          </a:p>
        </p:txBody>
      </p:sp>
      <p:sp>
        <p:nvSpPr>
          <p:cNvPr id="54" name="PlaceHolder 7"/>
          <p:cNvSpPr>
            <a:spLocks noGrp="1"/>
          </p:cNvSpPr>
          <p:nvPr>
            <p:ph type="ftr" idx="29"/>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US" sz="1200" b="0" u="none" strike="noStrike">
              <a:solidFill>
                <a:srgbClr val="000000"/>
              </a:solidFill>
              <a:effectLst/>
              <a:uFillTx/>
              <a:latin typeface="Nimbus Roman"/>
            </a:endParaRPr>
          </a:p>
        </p:txBody>
      </p:sp>
      <p:sp>
        <p:nvSpPr>
          <p:cNvPr id="55" name="PlaceHolder 8"/>
          <p:cNvSpPr>
            <a:spLocks noGrp="1"/>
          </p:cNvSpPr>
          <p:nvPr>
            <p:ph type="sldNum" idx="30"/>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A8EEA91A-2916-4B2B-832D-EBDA2DE65E09}" type="slidenum">
              <a:rPr lang="en-US" sz="1200" b="0" u="none" strike="noStrike">
                <a:solidFill>
                  <a:srgbClr val="898989"/>
                </a:solidFill>
                <a:effectLst/>
                <a:uFillTx/>
                <a:latin typeface="TradeGothic"/>
                <a:ea typeface="ＭＳ Ｐゴシック"/>
              </a:rPr>
              <a:t>‹#›</a:t>
            </a:fld>
            <a:endParaRPr lang="en-US" sz="1200" b="0" u="none" strike="noStrike">
              <a:solidFill>
                <a:srgbClr val="000000"/>
              </a:solidFill>
              <a:effectLst/>
              <a:uFillTx/>
              <a:latin typeface="Nimbus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47520"/>
            <a:ext cx="10972080" cy="114228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4400" b="0" u="none" strike="noStrike">
                <a:solidFill>
                  <a:schemeClr val="dk1"/>
                </a:solidFill>
                <a:effectLst/>
                <a:uFillTx/>
                <a:latin typeface="TradeGothic"/>
                <a:ea typeface="ＭＳ Ｐゴシック"/>
              </a:rPr>
              <a:t>Click to edit Master title style</a:t>
            </a:r>
            <a:endParaRPr lang="en-US" sz="4400" b="0" u="none" strike="noStrike">
              <a:solidFill>
                <a:srgbClr val="000000"/>
              </a:solidFill>
              <a:effectLst/>
              <a:uFillTx/>
              <a:latin typeface="Nimbus Roman"/>
            </a:endParaRPr>
          </a:p>
        </p:txBody>
      </p:sp>
      <p:sp>
        <p:nvSpPr>
          <p:cNvPr id="57" name="PlaceHolder 2"/>
          <p:cNvSpPr>
            <a:spLocks noGrp="1"/>
          </p:cNvSpPr>
          <p:nvPr>
            <p:ph type="dt" idx="31"/>
          </p:nvPr>
        </p:nvSpPr>
        <p:spPr>
          <a:xfrm>
            <a:off x="609480" y="6356520"/>
            <a:ext cx="2844000" cy="364320"/>
          </a:xfrm>
          <a:prstGeom prst="rect">
            <a:avLst/>
          </a:prstGeom>
          <a:noFill/>
          <a:ln w="0">
            <a:noFill/>
          </a:ln>
        </p:spPr>
        <p:txBody>
          <a:bodyPr lIns="91440" tIns="45720" rIns="91440" bIns="45720" numCol="1" spcCol="0" anchor="ctr">
            <a:noAutofit/>
          </a:bodyPr>
          <a:lstStyle>
            <a:lvl1pPr indent="0"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defTabSz="457200">
              <a:lnSpc>
                <a:spcPct val="100000"/>
              </a:lnSpc>
              <a:buNone/>
              <a:tabLst>
                <a:tab pos="0" algn="l"/>
              </a:tabLst>
            </a:pPr>
            <a:r>
              <a:rPr lang="en-US" sz="1200" b="0" u="none" strike="noStrike">
                <a:solidFill>
                  <a:srgbClr val="898989"/>
                </a:solidFill>
                <a:effectLst/>
                <a:uFillTx/>
                <a:latin typeface="TradeGothic"/>
                <a:ea typeface="ＭＳ Ｐゴシック"/>
              </a:rPr>
              <a:t>&lt;date/time&gt;</a:t>
            </a:r>
            <a:endParaRPr lang="en-US" sz="1200" b="0" u="none" strike="noStrike">
              <a:solidFill>
                <a:srgbClr val="000000"/>
              </a:solidFill>
              <a:effectLst/>
              <a:uFillTx/>
              <a:latin typeface="Nimbus Roman"/>
            </a:endParaRPr>
          </a:p>
        </p:txBody>
      </p:sp>
      <p:sp>
        <p:nvSpPr>
          <p:cNvPr id="58" name="PlaceHolder 3"/>
          <p:cNvSpPr>
            <a:spLocks noGrp="1"/>
          </p:cNvSpPr>
          <p:nvPr>
            <p:ph type="ftr" idx="32"/>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dk1">
                    <a:tint val="75000"/>
                  </a:schemeClr>
                </a:solidFill>
                <a:effectLst/>
                <a:uFillTx/>
                <a:latin typeface="TradeGothic"/>
              </a:defRPr>
            </a:lvl1pPr>
          </a:lstStyle>
          <a:p>
            <a:pPr indent="0" algn="ctr" defTabSz="457200">
              <a:lnSpc>
                <a:spcPct val="100000"/>
              </a:lnSpc>
              <a:buNone/>
              <a:tabLst>
                <a:tab pos="0" algn="l"/>
              </a:tabLst>
            </a:pPr>
            <a:r>
              <a:rPr lang="en-US" sz="1200" b="0" u="none" strike="noStrike">
                <a:solidFill>
                  <a:schemeClr val="dk1">
                    <a:tint val="75000"/>
                  </a:schemeClr>
                </a:solidFill>
                <a:effectLst/>
                <a:uFillTx/>
                <a:latin typeface="TradeGothic"/>
              </a:rPr>
              <a:t>&lt;footer&gt;</a:t>
            </a:r>
            <a:endParaRPr lang="en-US" sz="1200" b="0" u="none" strike="noStrike">
              <a:solidFill>
                <a:srgbClr val="000000"/>
              </a:solidFill>
              <a:effectLst/>
              <a:uFillTx/>
              <a:latin typeface="Nimbus Roman"/>
            </a:endParaRPr>
          </a:p>
        </p:txBody>
      </p:sp>
      <p:sp>
        <p:nvSpPr>
          <p:cNvPr id="59" name="PlaceHolder 4"/>
          <p:cNvSpPr>
            <a:spLocks noGrp="1"/>
          </p:cNvSpPr>
          <p:nvPr>
            <p:ph type="sldNum" idx="33"/>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u="none" strike="noStrike">
                <a:solidFill>
                  <a:srgbClr val="898989"/>
                </a:solidFill>
                <a:effectLst/>
                <a:uFillTx/>
                <a:latin typeface="TradeGothic"/>
                <a:ea typeface="ＭＳ Ｐゴシック"/>
              </a:defRPr>
            </a:lvl1pPr>
          </a:lstStyle>
          <a:p>
            <a:pPr indent="0" algn="r" defTabSz="457200">
              <a:lnSpc>
                <a:spcPct val="100000"/>
              </a:lnSpc>
              <a:buNone/>
              <a:tabLst>
                <a:tab pos="0" algn="l"/>
              </a:tabLst>
            </a:pPr>
            <a:fld id="{A96628D2-34B1-4768-9C6A-36A836445846}" type="slidenum">
              <a:rPr lang="en-US" sz="1200" b="0" u="none" strike="noStrike">
                <a:solidFill>
                  <a:srgbClr val="898989"/>
                </a:solidFill>
                <a:effectLst/>
                <a:uFillTx/>
                <a:latin typeface="TradeGothic"/>
                <a:ea typeface="ＭＳ Ｐゴシック"/>
              </a:rPr>
              <a:t>‹#›</a:t>
            </a:fld>
            <a:endParaRPr lang="en-US" sz="1200" b="0" u="none" strike="noStrike">
              <a:solidFill>
                <a:srgbClr val="000000"/>
              </a:solidFill>
              <a:effectLst/>
              <a:uFillTx/>
              <a:latin typeface="Nimbus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hyperlink" Target="https://oneargo-user-manual-a1e33f.gitlab-pages.ifremer.fr/chapter2.html" TargetMode="External"/><Relationship Id="rId3" Type="http://schemas.openxmlformats.org/officeDocument/2006/relationships/hyperlink" Target="https://yale-lily.github.io/spider" TargetMode="External"/><Relationship Id="rId7" Type="http://schemas.openxmlformats.org/officeDocument/2006/relationships/hyperlink" Target="https://nrlgodae1.nrlmry.navy.mil/ftp/outgoing/argo/"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ttps://arxiv.org/abs/2208.13629" TargetMode="External"/><Relationship Id="rId5" Type="http://schemas.openxmlformats.org/officeDocument/2006/relationships/hyperlink" Target="https://developer.ibm.com/tutorials/awb-text-to-sql-using-llms/" TargetMode="External"/><Relationship Id="rId10" Type="http://schemas.openxmlformats.org/officeDocument/2006/relationships/image" Target="../media/image2.png"/><Relationship Id="rId4" Type="http://schemas.openxmlformats.org/officeDocument/2006/relationships/hyperlink" Target="https://github.com/premAI-io/premsql" TargetMode="External"/><Relationship Id="rId9" Type="http://schemas.openxmlformats.org/officeDocument/2006/relationships/hyperlink" Target="https://www.notion.so/27ae2b03125c80698efad070c8b1f584?source=copy_lin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66" name="Rectangle 24">
            <a:extLst>
              <a:ext uri="{C183D7F6-B498-43B3-948B-1728B52AA6E4}">
                <adec:decorative xmlns:adec="http://schemas.microsoft.com/office/drawing/2017/decorative" val="1"/>
              </a:ext>
            </a:extLst>
          </p:cNvPr>
          <p:cNvSpPr/>
          <p:nvPr/>
        </p:nvSpPr>
        <p:spPr>
          <a:xfrm>
            <a:off x="1523880" y="0"/>
            <a:ext cx="914328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a typeface="ＭＳ Ｐゴシック"/>
            </a:endParaRPr>
          </a:p>
        </p:txBody>
      </p:sp>
      <p:sp>
        <p:nvSpPr>
          <p:cNvPr id="67" name="Freeform: Shape 26">
            <a:extLst>
              <a:ext uri="{C183D7F6-B498-43B3-948B-1728B52AA6E4}">
                <adec:decorative xmlns:adec="http://schemas.microsoft.com/office/drawing/2017/decorative" val="1"/>
              </a:ext>
            </a:extLst>
          </p:cNvPr>
          <p:cNvSpPr/>
          <p:nvPr/>
        </p:nvSpPr>
        <p:spPr>
          <a:xfrm>
            <a:off x="5656680" y="851400"/>
            <a:ext cx="4637880" cy="5154120"/>
          </a:xfrm>
          <a:custGeom>
            <a:avLst/>
            <a:gdLst>
              <a:gd name="textAreaLeft" fmla="*/ 0 w 4637880"/>
              <a:gd name="textAreaRight" fmla="*/ 4638600 w 4637880"/>
              <a:gd name="textAreaTop" fmla="*/ 0 h 5154120"/>
              <a:gd name="textAreaBottom" fmla="*/ 5154840 h 5154120"/>
              <a:gd name="GluePoint1X" fmla="*/ 363179 w 6184806"/>
              <a:gd name="GluePoint1Y" fmla="*/ 3125191 h 5154967"/>
              <a:gd name="GluePoint2X" fmla="*/ 898270 w 6184806"/>
              <a:gd name="GluePoint2Y" fmla="*/ 3125191 h 5154967"/>
              <a:gd name="GluePoint3X" fmla="*/ 980326 w 6184806"/>
              <a:gd name="GluePoint3Y" fmla="*/ 3173551 h 5154967"/>
              <a:gd name="GluePoint4X" fmla="*/ 1248448 w 6184806"/>
              <a:gd name="GluePoint4Y" fmla="*/ 3635277 h 5154967"/>
              <a:gd name="GluePoint5X" fmla="*/ 1248448 w 6184806"/>
              <a:gd name="GluePoint5Y" fmla="*/ 3729695 h 5154967"/>
              <a:gd name="GluePoint6X" fmla="*/ 980326 w 6184806"/>
              <a:gd name="GluePoint6Y" fmla="*/ 4191421 h 5154967"/>
              <a:gd name="GluePoint7X" fmla="*/ 898270 w 6184806"/>
              <a:gd name="GluePoint7Y" fmla="*/ 4239781 h 5154967"/>
              <a:gd name="GluePoint8X" fmla="*/ 363179 w 6184806"/>
              <a:gd name="GluePoint8Y" fmla="*/ 4239781 h 5154967"/>
              <a:gd name="GluePoint9X" fmla="*/ 279969 w 6184806"/>
              <a:gd name="GluePoint9Y" fmla="*/ 4191421 h 5154967"/>
              <a:gd name="GluePoint10X" fmla="*/ 13002 w 6184806"/>
              <a:gd name="GluePoint10Y" fmla="*/ 3729695 h 5154967"/>
              <a:gd name="GluePoint11X" fmla="*/ 13002 w 6184806"/>
              <a:gd name="GluePoint11Y" fmla="*/ 3635277 h 5154967"/>
              <a:gd name="GluePoint12X" fmla="*/ 279969 w 6184806"/>
              <a:gd name="GluePoint12Y" fmla="*/ 3173551 h 5154967"/>
              <a:gd name="GluePoint13X" fmla="*/ 363179 w 6184806"/>
              <a:gd name="GluePoint13Y" fmla="*/ 3125191 h 5154967"/>
              <a:gd name="GluePoint14X" fmla="*/ 2489721 w 6184806"/>
              <a:gd name="GluePoint14Y" fmla="*/ 570035 h 5154967"/>
              <a:gd name="GluePoint15X" fmla="*/ 2764862 w 6184806"/>
              <a:gd name="GluePoint15Y" fmla="*/ 570035 h 5154967"/>
              <a:gd name="GluePoint16X" fmla="*/ 2796959 w 6184806"/>
              <a:gd name="GluePoint16Y" fmla="*/ 570035 h 5154967"/>
              <a:gd name="GluePoint17X" fmla="*/ 2827587 w 6184806"/>
              <a:gd name="GluePoint17Y" fmla="*/ 622777 h 5154967"/>
              <a:gd name="GluePoint18X" fmla="*/ 2977604 w 6184806"/>
              <a:gd name="GluePoint18Y" fmla="*/ 881117 h 5154967"/>
              <a:gd name="GluePoint19X" fmla="*/ 2977604 w 6184806"/>
              <a:gd name="GluePoint19Y" fmla="*/ 1025720 h 5154967"/>
              <a:gd name="GluePoint20X" fmla="*/ 2566968 w 6184806"/>
              <a:gd name="GluePoint20Y" fmla="*/ 1732863 h 5154967"/>
              <a:gd name="GluePoint21X" fmla="*/ 2441299 w 6184806"/>
              <a:gd name="GluePoint21Y" fmla="*/ 1806927 h 5154967"/>
              <a:gd name="GluePoint22X" fmla="*/ 1621798 w 6184806"/>
              <a:gd name="GluePoint22Y" fmla="*/ 1806927 h 5154967"/>
              <a:gd name="GluePoint23X" fmla="*/ 1583218 w 6184806"/>
              <a:gd name="GluePoint23Y" fmla="*/ 1801802 h 5154967"/>
              <a:gd name="GluePoint24X" fmla="*/ 1556683 w 6184806"/>
              <a:gd name="GluePoint24Y" fmla="*/ 1790677 h 5154967"/>
              <a:gd name="GluePoint25X" fmla="*/ 1572899 w 6184806"/>
              <a:gd name="GluePoint25Y" fmla="*/ 1762630 h 5154967"/>
              <a:gd name="GluePoint26X" fmla="*/ 2147429 w 6184806"/>
              <a:gd name="GluePoint26Y" fmla="*/ 768968 h 5154967"/>
              <a:gd name="GluePoint27X" fmla="*/ 2489721 w 6184806"/>
              <a:gd name="GluePoint27Y" fmla="*/ 570035 h 5154967"/>
              <a:gd name="GluePoint28X" fmla="*/ 1573268 w 6184806"/>
              <a:gd name="GluePoint28Y" fmla="*/ 0 h 5154967"/>
              <a:gd name="GluePoint29X" fmla="*/ 2497662 w 6184806"/>
              <a:gd name="GluePoint29Y" fmla="*/ 0 h 5154967"/>
              <a:gd name="GluePoint30X" fmla="*/ 2639415 w 6184806"/>
              <a:gd name="GluePoint30Y" fmla="*/ 83546 h 5154967"/>
              <a:gd name="GluePoint31X" fmla="*/ 2887862 w 6184806"/>
              <a:gd name="GluePoint31Y" fmla="*/ 511387 h 5154967"/>
              <a:gd name="GluePoint32X" fmla="*/ 2915928 w 6184806"/>
              <a:gd name="GluePoint32Y" fmla="*/ 559720 h 5154967"/>
              <a:gd name="GluePoint33X" fmla="*/ 2893844 w 6184806"/>
              <a:gd name="GluePoint33Y" fmla="*/ 559720 h 5154967"/>
              <a:gd name="GluePoint34X" fmla="*/ 2789466 w 6184806"/>
              <a:gd name="GluePoint34Y" fmla="*/ 559720 h 5154967"/>
              <a:gd name="GluePoint35X" fmla="*/ 2744122 w 6184806"/>
              <a:gd name="GluePoint35Y" fmla="*/ 481634 h 5154967"/>
              <a:gd name="GluePoint36X" fmla="*/ 2570885 w 6184806"/>
              <a:gd name="GluePoint36Y" fmla="*/ 183309 h 5154967"/>
              <a:gd name="GluePoint37X" fmla="*/ 2445216 w 6184806"/>
              <a:gd name="GluePoint37Y" fmla="*/ 109243 h 5154967"/>
              <a:gd name="GluePoint38X" fmla="*/ 1625714 w 6184806"/>
              <a:gd name="GluePoint38Y" fmla="*/ 109243 h 5154967"/>
              <a:gd name="GluePoint39X" fmla="*/ 1498276 w 6184806"/>
              <a:gd name="GluePoint39Y" fmla="*/ 183309 h 5154967"/>
              <a:gd name="GluePoint40X" fmla="*/ 1089410 w 6184806"/>
              <a:gd name="GluePoint40Y" fmla="*/ 890450 h 5154967"/>
              <a:gd name="GluePoint41X" fmla="*/ 1089410 w 6184806"/>
              <a:gd name="GluePoint41Y" fmla="*/ 1035054 h 5154967"/>
              <a:gd name="GluePoint42X" fmla="*/ 1498276 w 6184806"/>
              <a:gd name="GluePoint42Y" fmla="*/ 1742196 h 5154967"/>
              <a:gd name="GluePoint43X" fmla="*/ 1552039 w 6184806"/>
              <a:gd name="GluePoint43Y" fmla="*/ 1796422 h 5154967"/>
              <a:gd name="GluePoint44X" fmla="*/ 1558260 w 6184806"/>
              <a:gd name="GluePoint44Y" fmla="*/ 1799029 h 5154967"/>
              <a:gd name="GluePoint45X" fmla="*/ 1524911 w 6184806"/>
              <a:gd name="GluePoint45Y" fmla="*/ 1856707 h 5154967"/>
              <a:gd name="GluePoint46X" fmla="*/ 1500108 w 6184806"/>
              <a:gd name="GluePoint46Y" fmla="*/ 1899604 h 5154967"/>
              <a:gd name="GluePoint47X" fmla="*/ 1525834 w 6184806"/>
              <a:gd name="GluePoint47Y" fmla="*/ 1910390 h 5154967"/>
              <a:gd name="GluePoint48X" fmla="*/ 1569352 w 6184806"/>
              <a:gd name="GluePoint48Y" fmla="*/ 1916170 h 5154967"/>
              <a:gd name="GluePoint49X" fmla="*/ 2493745 w 6184806"/>
              <a:gd name="GluePoint49Y" fmla="*/ 1916170 h 5154967"/>
              <a:gd name="GluePoint50X" fmla="*/ 2635498 w 6184806"/>
              <a:gd name="GluePoint50Y" fmla="*/ 1832627 h 5154967"/>
              <a:gd name="GluePoint51X" fmla="*/ 3098693 w 6184806"/>
              <a:gd name="GluePoint51Y" fmla="*/ 1034974 h 5154967"/>
              <a:gd name="GluePoint52X" fmla="*/ 3098693 w 6184806"/>
              <a:gd name="GluePoint52Y" fmla="*/ 871863 h 5154967"/>
              <a:gd name="GluePoint53X" fmla="*/ 2945803 w 6184806"/>
              <a:gd name="GluePoint53Y" fmla="*/ 608576 h 5154967"/>
              <a:gd name="GluePoint54X" fmla="*/ 2923422 w 6184806"/>
              <a:gd name="GluePoint54Y" fmla="*/ 570035 h 5154967"/>
              <a:gd name="GluePoint55X" fmla="*/ 3027104 w 6184806"/>
              <a:gd name="GluePoint55Y" fmla="*/ 570035 h 5154967"/>
              <a:gd name="GluePoint56X" fmla="*/ 4690846 w 6184806"/>
              <a:gd name="GluePoint56Y" fmla="*/ 570035 h 5154967"/>
              <a:gd name="GluePoint57X" fmla="*/ 5028384 w 6184806"/>
              <a:gd name="GluePoint57Y" fmla="*/ 768968 h 5154967"/>
              <a:gd name="GluePoint58X" fmla="*/ 6131323 w 6184806"/>
              <a:gd name="GluePoint58Y" fmla="*/ 2668304 h 5154967"/>
              <a:gd name="GluePoint59X" fmla="*/ 6131323 w 6184806"/>
              <a:gd name="GluePoint59Y" fmla="*/ 3056698 h 5154967"/>
              <a:gd name="GluePoint60X" fmla="*/ 5028384 w 6184806"/>
              <a:gd name="GluePoint60Y" fmla="*/ 4956035 h 5154967"/>
              <a:gd name="GluePoint61X" fmla="*/ 4690846 w 6184806"/>
              <a:gd name="GluePoint61Y" fmla="*/ 5154967 h 5154967"/>
              <a:gd name="GluePoint62X" fmla="*/ 2489721 w 6184806"/>
              <a:gd name="GluePoint62Y" fmla="*/ 5154967 h 5154967"/>
              <a:gd name="GluePoint63X" fmla="*/ 2147429 w 6184806"/>
              <a:gd name="GluePoint63Y" fmla="*/ 4956035 h 5154967"/>
              <a:gd name="GluePoint64X" fmla="*/ 1049243 w 6184806"/>
              <a:gd name="GluePoint64Y" fmla="*/ 3056698 h 5154967"/>
              <a:gd name="GluePoint65X" fmla="*/ 1049243 w 6184806"/>
              <a:gd name="GluePoint65Y" fmla="*/ 2668304 h 5154967"/>
              <a:gd name="GluePoint66X" fmla="*/ 1457007 w 6184806"/>
              <a:gd name="GluePoint66Y" fmla="*/ 1963067 h 5154967"/>
              <a:gd name="GluePoint67X" fmla="*/ 1491373 w 6184806"/>
              <a:gd name="GluePoint67Y" fmla="*/ 1903634 h 5154967"/>
              <a:gd name="GluePoint68X" fmla="*/ 1490164 w 6184806"/>
              <a:gd name="GluePoint68Y" fmla="*/ 1903127 h 5154967"/>
              <a:gd name="GluePoint69X" fmla="*/ 1429519 w 6184806"/>
              <a:gd name="GluePoint69Y" fmla="*/ 1841960 h 5154967"/>
              <a:gd name="GluePoint70X" fmla="*/ 968320 w 6184806"/>
              <a:gd name="GluePoint70Y" fmla="*/ 1044307 h 5154967"/>
              <a:gd name="GluePoint71X" fmla="*/ 968320 w 6184806"/>
              <a:gd name="GluePoint71Y" fmla="*/ 881196 h 5154967"/>
              <a:gd name="GluePoint72X" fmla="*/ 1429519 w 6184806"/>
              <a:gd name="GluePoint72Y" fmla="*/ 83546 h 5154967"/>
              <a:gd name="GluePoint73X" fmla="*/ 1573268 w 6184806"/>
              <a:gd name="GluePoint73Y" fmla="*/ 0 h 51549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Lst>
            <a:rect l="textAreaLeft" t="textAreaTop" r="textAreaRight" b="textAreaBottom"/>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dk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a typeface="ＭＳ Ｐゴシック"/>
            </a:endParaRPr>
          </a:p>
        </p:txBody>
      </p:sp>
      <p:pic>
        <p:nvPicPr>
          <p:cNvPr id="68" name="Picture 4"/>
          <p:cNvPicPr/>
          <p:nvPr/>
        </p:nvPicPr>
        <p:blipFill>
          <a:blip r:embed="rId2"/>
          <a:srcRect r="59916"/>
          <a:stretch/>
        </p:blipFill>
        <p:spPr>
          <a:xfrm>
            <a:off x="6854760" y="1715760"/>
            <a:ext cx="3202920" cy="3425400"/>
          </a:xfrm>
          <a:prstGeom prst="rect">
            <a:avLst/>
          </a:prstGeom>
          <a:noFill/>
          <a:ln w="0">
            <a:noFill/>
          </a:ln>
        </p:spPr>
      </p:pic>
      <p:sp>
        <p:nvSpPr>
          <p:cNvPr id="69" name="PlaceHolder 1"/>
          <p:cNvSpPr>
            <a:spLocks noGrp="1"/>
          </p:cNvSpPr>
          <p:nvPr>
            <p:ph type="subTitle"/>
          </p:nvPr>
        </p:nvSpPr>
        <p:spPr>
          <a:xfrm>
            <a:off x="1143000" y="648720"/>
            <a:ext cx="8533800" cy="1751760"/>
          </a:xfrm>
          <a:prstGeom prst="rect">
            <a:avLst/>
          </a:prstGeom>
          <a:noFill/>
          <a:ln w="9360">
            <a:noFill/>
          </a:ln>
        </p:spPr>
        <p:txBody>
          <a:bodyPr lIns="91440" tIns="45720" rIns="91440" bIns="45720" numCol="1" spcCol="0" anchor="t">
            <a:noAutofit/>
          </a:bodyPr>
          <a:lstStyle/>
          <a:p>
            <a:pPr algn="ctr" defTabSz="457200">
              <a:lnSpc>
                <a:spcPct val="100000"/>
              </a:lnSpc>
              <a:spcBef>
                <a:spcPts val="641"/>
              </a:spcBef>
              <a:tabLst>
                <a:tab pos="0" algn="l"/>
              </a:tabLst>
            </a:pPr>
            <a:endParaRPr lang="en-US" sz="3200" b="0" u="none" strike="noStrike">
              <a:solidFill>
                <a:srgbClr val="000000"/>
              </a:solidFill>
              <a:effectLst/>
              <a:uFillTx/>
              <a:latin typeface="Nimbus Roman"/>
            </a:endParaRPr>
          </a:p>
          <a:p>
            <a:pPr algn="ctr" defTabSz="457200">
              <a:lnSpc>
                <a:spcPct val="100000"/>
              </a:lnSpc>
              <a:spcBef>
                <a:spcPts val="641"/>
              </a:spcBef>
              <a:tabLst>
                <a:tab pos="0" algn="l"/>
              </a:tabLst>
            </a:pPr>
            <a:r>
              <a:rPr lang="en-US" sz="3200" b="1" u="none" strike="noStrike">
                <a:solidFill>
                  <a:schemeClr val="dk1"/>
                </a:solidFill>
                <a:effectLst/>
                <a:uFillTx/>
                <a:latin typeface="Times New Roman"/>
                <a:ea typeface="ＭＳ Ｐゴシック"/>
              </a:rPr>
              <a:t>TITLE PAGE</a:t>
            </a:r>
            <a:endParaRPr lang="en-US" sz="3200" b="0" u="none" strike="noStrike">
              <a:solidFill>
                <a:srgbClr val="000000"/>
              </a:solidFill>
              <a:effectLst/>
              <a:uFillTx/>
              <a:latin typeface="Nimbus Roman"/>
            </a:endParaRPr>
          </a:p>
        </p:txBody>
      </p:sp>
      <p:sp>
        <p:nvSpPr>
          <p:cNvPr id="70" name="PlaceHolder 2"/>
          <p:cNvSpPr>
            <a:spLocks noGrp="1"/>
          </p:cNvSpPr>
          <p:nvPr>
            <p:ph type="title"/>
          </p:nvPr>
        </p:nvSpPr>
        <p:spPr>
          <a:xfrm>
            <a:off x="331200" y="-526680"/>
            <a:ext cx="10362600" cy="207576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4000" b="1" u="none" strike="noStrike">
                <a:solidFill>
                  <a:schemeClr val="dk2"/>
                </a:solidFill>
                <a:effectLst/>
                <a:uFillTx/>
                <a:latin typeface="Garamond"/>
                <a:ea typeface="ＭＳ Ｐゴシック"/>
              </a:rPr>
              <a:t>SMART INDIA HACKATHON 2025</a:t>
            </a:r>
            <a:endParaRPr lang="en-US" sz="4000" b="0" u="none" strike="noStrike">
              <a:solidFill>
                <a:srgbClr val="000000"/>
              </a:solidFill>
              <a:effectLst/>
              <a:uFillTx/>
              <a:latin typeface="Nimbus Roman"/>
            </a:endParaRPr>
          </a:p>
        </p:txBody>
      </p:sp>
      <p:sp>
        <p:nvSpPr>
          <p:cNvPr id="71" name="TextBox 9"/>
          <p:cNvSpPr/>
          <p:nvPr/>
        </p:nvSpPr>
        <p:spPr>
          <a:xfrm>
            <a:off x="248040" y="1371600"/>
            <a:ext cx="5923800" cy="5030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800" b="0" u="none" strike="noStrike" dirty="0">
              <a:solidFill>
                <a:srgbClr val="000000"/>
              </a:solidFill>
              <a:effectLst/>
              <a:uFillTx/>
              <a:latin typeface="Nimbus Roman"/>
            </a:endParaRPr>
          </a:p>
          <a:p>
            <a:pPr marL="285840" indent="-285840" algn="just" defTabSz="457200">
              <a:lnSpc>
                <a:spcPct val="200000"/>
              </a:lnSpc>
              <a:buClr>
                <a:srgbClr val="000000"/>
              </a:buClr>
              <a:buFont typeface="Arial"/>
              <a:buChar char="•"/>
            </a:pPr>
            <a:r>
              <a:rPr lang="en-US" sz="2400" b="1" u="none" strike="noStrike" dirty="0">
                <a:solidFill>
                  <a:schemeClr val="dk1"/>
                </a:solidFill>
                <a:effectLst/>
                <a:uFillTx/>
                <a:latin typeface="Arial"/>
                <a:ea typeface="ＭＳ Ｐゴシック"/>
              </a:rPr>
              <a:t>Problem Statement ID – 25040</a:t>
            </a:r>
            <a:endParaRPr lang="en-US" sz="2400" b="0" u="none" strike="noStrike" dirty="0">
              <a:solidFill>
                <a:srgbClr val="000000"/>
              </a:solidFill>
              <a:effectLst/>
              <a:uFillTx/>
              <a:latin typeface="Nimbus Roman"/>
            </a:endParaRPr>
          </a:p>
          <a:p>
            <a:pPr marL="285840" indent="-285840" algn="just" defTabSz="457200">
              <a:lnSpc>
                <a:spcPct val="200000"/>
              </a:lnSpc>
              <a:buClr>
                <a:srgbClr val="000000"/>
              </a:buClr>
              <a:buFont typeface="Arial"/>
              <a:buChar char="•"/>
            </a:pPr>
            <a:r>
              <a:rPr lang="en-US" sz="2400" b="1" u="none" strike="noStrike" dirty="0">
                <a:solidFill>
                  <a:schemeClr val="dk1"/>
                </a:solidFill>
                <a:effectLst/>
                <a:uFillTx/>
                <a:latin typeface="Arial"/>
                <a:ea typeface="ＭＳ Ｐゴシック"/>
              </a:rPr>
              <a:t>Problem Statement Title- </a:t>
            </a:r>
            <a:r>
              <a:rPr lang="en-US" sz="2400" b="1" u="none" strike="noStrike" dirty="0" err="1">
                <a:solidFill>
                  <a:schemeClr val="dk1"/>
                </a:solidFill>
                <a:effectLst/>
                <a:uFillTx/>
                <a:latin typeface="Arial"/>
                <a:ea typeface="ＭＳ Ｐゴシック"/>
              </a:rPr>
              <a:t>FloatChat</a:t>
            </a:r>
            <a:endParaRPr lang="en-US" sz="2400" b="0" u="none" strike="noStrike" dirty="0">
              <a:solidFill>
                <a:srgbClr val="000000"/>
              </a:solidFill>
              <a:effectLst/>
              <a:uFillTx/>
              <a:latin typeface="Nimbus Roman"/>
            </a:endParaRPr>
          </a:p>
          <a:p>
            <a:pPr marL="285840" indent="-285840" algn="just" defTabSz="457200">
              <a:lnSpc>
                <a:spcPct val="200000"/>
              </a:lnSpc>
              <a:spcBef>
                <a:spcPts val="1191"/>
              </a:spcBef>
              <a:spcAft>
                <a:spcPts val="992"/>
              </a:spcAft>
              <a:buClr>
                <a:srgbClr val="000000"/>
              </a:buClr>
              <a:buFont typeface="Arial"/>
              <a:buChar char="•"/>
            </a:pPr>
            <a:r>
              <a:rPr lang="en-US" sz="2400" b="1" u="none" strike="noStrike" dirty="0">
                <a:solidFill>
                  <a:schemeClr val="dk1"/>
                </a:solidFill>
                <a:effectLst/>
                <a:uFillTx/>
                <a:latin typeface="Arial"/>
                <a:ea typeface="ＭＳ Ｐゴシック"/>
              </a:rPr>
              <a:t>Theme- Miscellaneous</a:t>
            </a:r>
            <a:endParaRPr lang="en-US" sz="2400" b="0" u="none" strike="noStrike" dirty="0">
              <a:solidFill>
                <a:srgbClr val="000000"/>
              </a:solidFill>
              <a:effectLst/>
              <a:uFillTx/>
              <a:latin typeface="Nimbus Roman"/>
            </a:endParaRPr>
          </a:p>
          <a:p>
            <a:pPr marL="285840" indent="-285840" algn="just" defTabSz="457200">
              <a:lnSpc>
                <a:spcPct val="200000"/>
              </a:lnSpc>
              <a:buClr>
                <a:srgbClr val="000000"/>
              </a:buClr>
              <a:buFont typeface="Arial"/>
              <a:buChar char="•"/>
            </a:pPr>
            <a:r>
              <a:rPr lang="en-US" sz="2400" b="1" u="none" strike="noStrike" dirty="0">
                <a:solidFill>
                  <a:schemeClr val="dk1"/>
                </a:solidFill>
                <a:effectLst/>
                <a:uFillTx/>
                <a:latin typeface="Arial"/>
                <a:ea typeface="ＭＳ Ｐゴシック"/>
              </a:rPr>
              <a:t>PS Category- Software</a:t>
            </a:r>
            <a:endParaRPr lang="en-US" sz="2400" b="0" u="none" strike="noStrike" dirty="0">
              <a:solidFill>
                <a:srgbClr val="000000"/>
              </a:solidFill>
              <a:effectLst/>
              <a:uFillTx/>
              <a:latin typeface="Nimbus Roman"/>
            </a:endParaRPr>
          </a:p>
          <a:p>
            <a:pPr marL="285840" indent="-285840" algn="just" defTabSz="457200">
              <a:lnSpc>
                <a:spcPct val="200000"/>
              </a:lnSpc>
              <a:buClr>
                <a:srgbClr val="000000"/>
              </a:buClr>
              <a:buFont typeface="Arial"/>
              <a:buChar char="•"/>
            </a:pPr>
            <a:r>
              <a:rPr lang="en-US" sz="2400" b="1" u="none" strike="noStrike" dirty="0">
                <a:solidFill>
                  <a:schemeClr val="dk1"/>
                </a:solidFill>
                <a:effectLst/>
                <a:uFillTx/>
                <a:latin typeface="Arial"/>
                <a:ea typeface="ＭＳ Ｐゴシック"/>
              </a:rPr>
              <a:t>Team ID-T76</a:t>
            </a:r>
            <a:endParaRPr lang="en-US" sz="2400" b="0" u="none" strike="noStrike" dirty="0">
              <a:solidFill>
                <a:srgbClr val="000000"/>
              </a:solidFill>
              <a:effectLst/>
              <a:uFillTx/>
              <a:latin typeface="Nimbus Roman"/>
            </a:endParaRPr>
          </a:p>
          <a:p>
            <a:pPr marL="285840" indent="-285840" algn="just" defTabSz="457200">
              <a:lnSpc>
                <a:spcPct val="200000"/>
              </a:lnSpc>
              <a:buClr>
                <a:srgbClr val="000000"/>
              </a:buClr>
              <a:buFont typeface="Arial"/>
              <a:buChar char="•"/>
            </a:pPr>
            <a:r>
              <a:rPr lang="en-US" sz="2400" b="1" u="none" strike="noStrike" dirty="0">
                <a:solidFill>
                  <a:schemeClr val="dk1"/>
                </a:solidFill>
                <a:effectLst/>
                <a:uFillTx/>
                <a:latin typeface="Arial"/>
                <a:ea typeface="ＭＳ Ｐゴシック"/>
              </a:rPr>
              <a:t>Team Name – Team OG</a:t>
            </a:r>
            <a:endParaRPr lang="en-US" sz="2400" b="0" u="none" strike="noStrike" dirty="0">
              <a:solidFill>
                <a:srgbClr val="000000"/>
              </a:solidFill>
              <a:effectLst/>
              <a:uFillTx/>
              <a:latin typeface="Nimbus Roman"/>
            </a:endParaRPr>
          </a:p>
        </p:txBody>
      </p:sp>
      <p:pic>
        <p:nvPicPr>
          <p:cNvPr id="72" name="Picture 2" descr="https://www.sih.gov.in/img1/SIH-Logo.png"/>
          <p:cNvPicPr/>
          <p:nvPr/>
        </p:nvPicPr>
        <p:blipFill>
          <a:blip r:embed="rId3"/>
          <a:stretch/>
        </p:blipFill>
        <p:spPr>
          <a:xfrm>
            <a:off x="9841320" y="6120"/>
            <a:ext cx="2208240" cy="11221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8"/>
          <p:cNvSpPr/>
          <p:nvPr/>
        </p:nvSpPr>
        <p:spPr>
          <a:xfrm>
            <a:off x="0" y="6354720"/>
            <a:ext cx="12191400" cy="502560"/>
          </a:xfrm>
          <a:prstGeom prst="rect">
            <a:avLst/>
          </a:prstGeom>
          <a:solidFill>
            <a:srgbClr val="0070C0"/>
          </a:solidFill>
          <a:ln w="9525">
            <a:noFill/>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457200">
              <a:lnSpc>
                <a:spcPct val="100000"/>
              </a:lnSpc>
            </a:pPr>
            <a:endParaRPr lang="en-US" sz="1800" b="0" u="none" strike="noStrike">
              <a:solidFill>
                <a:schemeClr val="accent2">
                  <a:lumMod val="75000"/>
                </a:schemeClr>
              </a:solidFill>
              <a:effectLst/>
              <a:uFillTx/>
              <a:latin typeface="Calibri"/>
            </a:endParaRPr>
          </a:p>
        </p:txBody>
      </p:sp>
      <p:sp>
        <p:nvSpPr>
          <p:cNvPr id="74" name="PlaceHolder 1"/>
          <p:cNvSpPr>
            <a:spLocks noGrp="1"/>
          </p:cNvSpPr>
          <p:nvPr>
            <p:ph type="title"/>
          </p:nvPr>
        </p:nvSpPr>
        <p:spPr>
          <a:xfrm>
            <a:off x="182880" y="0"/>
            <a:ext cx="10972080" cy="114228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3600" b="1" u="none" strike="noStrike" dirty="0" err="1">
                <a:solidFill>
                  <a:schemeClr val="dk1"/>
                </a:solidFill>
                <a:effectLst/>
                <a:uFillTx/>
                <a:latin typeface="Times New Roman"/>
                <a:ea typeface="ＭＳ Ｐゴシック"/>
              </a:rPr>
              <a:t>FloatChat</a:t>
            </a:r>
            <a:endParaRPr lang="en-US" sz="3600" b="0" u="none" strike="noStrike" dirty="0">
              <a:solidFill>
                <a:srgbClr val="000000"/>
              </a:solidFill>
              <a:effectLst/>
              <a:uFillTx/>
              <a:latin typeface="Nimbus Roman"/>
            </a:endParaRPr>
          </a:p>
        </p:txBody>
      </p:sp>
      <p:sp>
        <p:nvSpPr>
          <p:cNvPr id="75" name="TextBox 8"/>
          <p:cNvSpPr/>
          <p:nvPr/>
        </p:nvSpPr>
        <p:spPr>
          <a:xfrm>
            <a:off x="0" y="2064960"/>
            <a:ext cx="12191400" cy="5781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457200">
              <a:lnSpc>
                <a:spcPct val="100000"/>
              </a:lnSpc>
              <a:buClr>
                <a:srgbClr val="1F497D"/>
              </a:buClr>
              <a:buFont typeface="Wingdings" charset="2"/>
              <a:buChar char=""/>
            </a:pPr>
            <a:endParaRPr lang="en-US" sz="1800" b="0" u="none" strike="noStrike">
              <a:solidFill>
                <a:srgbClr val="000000"/>
              </a:solidFill>
              <a:effectLst/>
              <a:uFillTx/>
              <a:latin typeface="Nimbus Roman"/>
            </a:endParaRPr>
          </a:p>
        </p:txBody>
      </p:sp>
      <p:sp>
        <p:nvSpPr>
          <p:cNvPr id="76" name="PlaceHolder 2"/>
          <p:cNvSpPr>
            <a:spLocks noGrp="1"/>
          </p:cNvSpPr>
          <p:nvPr>
            <p:ph type="sldNum" idx="37"/>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u="none" strike="noStrike">
                <a:solidFill>
                  <a:schemeClr val="lt1"/>
                </a:solidFill>
                <a:effectLst/>
                <a:uFillTx/>
                <a:latin typeface="TradeGothic"/>
                <a:ea typeface="ＭＳ Ｐゴシック"/>
              </a:defRPr>
            </a:lvl1pPr>
          </a:lstStyle>
          <a:p>
            <a:pPr indent="0" algn="r" defTabSz="457200">
              <a:lnSpc>
                <a:spcPct val="100000"/>
              </a:lnSpc>
              <a:buNone/>
              <a:tabLst>
                <a:tab pos="0" algn="l"/>
              </a:tabLst>
            </a:pPr>
            <a:fld id="{25F27E33-C753-40B8-9942-DA16E5606420}" type="slidenum">
              <a:rPr lang="en-US" sz="1200" b="1" u="none" strike="noStrike">
                <a:solidFill>
                  <a:schemeClr val="lt1"/>
                </a:solidFill>
                <a:effectLst/>
                <a:uFillTx/>
                <a:latin typeface="TradeGothic"/>
                <a:ea typeface="ＭＳ Ｐゴシック"/>
              </a:rPr>
              <a:t>2</a:t>
            </a:fld>
            <a:endParaRPr lang="en-US" sz="1200" b="0" u="none" strike="noStrike">
              <a:solidFill>
                <a:srgbClr val="000000"/>
              </a:solidFill>
              <a:effectLst/>
              <a:uFillTx/>
              <a:latin typeface="Nimbus Roman"/>
            </a:endParaRPr>
          </a:p>
        </p:txBody>
      </p:sp>
      <p:sp>
        <p:nvSpPr>
          <p:cNvPr id="77" name="PlaceHolder 3"/>
          <p:cNvSpPr>
            <a:spLocks noGrp="1"/>
          </p:cNvSpPr>
          <p:nvPr>
            <p:ph type="ftr" idx="38"/>
          </p:nvPr>
        </p:nvSpPr>
        <p:spPr>
          <a:xfrm>
            <a:off x="4648320" y="6356520"/>
            <a:ext cx="320328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lt1"/>
                </a:solidFill>
                <a:effectLst/>
                <a:uFillTx/>
                <a:latin typeface="TradeGothic"/>
              </a:defRPr>
            </a:lvl1pPr>
          </a:lstStyle>
          <a:p>
            <a:pPr indent="0" algn="ctr" defTabSz="457200">
              <a:lnSpc>
                <a:spcPct val="100000"/>
              </a:lnSpc>
              <a:buNone/>
              <a:tabLst>
                <a:tab pos="0" algn="l"/>
              </a:tabLst>
            </a:pPr>
            <a:r>
              <a:rPr lang="en-US" sz="1200" b="0" u="none" strike="noStrike" dirty="0">
                <a:solidFill>
                  <a:schemeClr val="lt1"/>
                </a:solidFill>
                <a:effectLst/>
                <a:uFillTx/>
                <a:latin typeface="TradeGothic"/>
              </a:rPr>
              <a:t>@SIH Idea submission</a:t>
            </a:r>
            <a:endParaRPr lang="en-US" sz="1200" b="0" u="none" strike="noStrike" dirty="0">
              <a:solidFill>
                <a:srgbClr val="000000"/>
              </a:solidFill>
              <a:effectLst/>
              <a:uFillTx/>
              <a:latin typeface="Nimbus Roman"/>
            </a:endParaRPr>
          </a:p>
        </p:txBody>
      </p:sp>
      <p:sp>
        <p:nvSpPr>
          <p:cNvPr id="78" name="Oval 9" descr="Your startup LOGO"/>
          <p:cNvSpPr/>
          <p:nvPr/>
        </p:nvSpPr>
        <p:spPr>
          <a:xfrm>
            <a:off x="182880" y="49287"/>
            <a:ext cx="1484292" cy="80676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US" b="1" dirty="0">
                <a:solidFill>
                  <a:schemeClr val="dk1"/>
                </a:solidFill>
                <a:latin typeface="Calibri"/>
                <a:ea typeface="ＭＳ Ｐゴシック"/>
              </a:rPr>
              <a:t>Team OG</a:t>
            </a:r>
            <a:endParaRPr lang="en-US" sz="1800" b="1" u="none" strike="noStrike" dirty="0">
              <a:solidFill>
                <a:srgbClr val="000000"/>
              </a:solidFill>
              <a:effectLst/>
              <a:uFillTx/>
              <a:latin typeface="Nimbus Roman"/>
            </a:endParaRPr>
          </a:p>
        </p:txBody>
      </p:sp>
      <p:pic>
        <p:nvPicPr>
          <p:cNvPr id="79" name="Picture 2" descr="https://www.sih.gov.in/img1/SIH-Logo.png"/>
          <p:cNvPicPr/>
          <p:nvPr/>
        </p:nvPicPr>
        <p:blipFill>
          <a:blip r:embed="rId3"/>
          <a:stretch/>
        </p:blipFill>
        <p:spPr>
          <a:xfrm>
            <a:off x="9841320" y="57240"/>
            <a:ext cx="2208240" cy="1122120"/>
          </a:xfrm>
          <a:prstGeom prst="rect">
            <a:avLst/>
          </a:prstGeom>
          <a:noFill/>
          <a:ln w="0">
            <a:noFill/>
          </a:ln>
        </p:spPr>
      </p:pic>
      <p:sp>
        <p:nvSpPr>
          <p:cNvPr id="81" name="Rectangle 80"/>
          <p:cNvSpPr/>
          <p:nvPr/>
        </p:nvSpPr>
        <p:spPr>
          <a:xfrm>
            <a:off x="5486400" y="3775586"/>
            <a:ext cx="6400800" cy="2286000"/>
          </a:xfrm>
          <a:prstGeom prst="rect">
            <a:avLst/>
          </a:prstGeom>
          <a:solidFill>
            <a:srgbClr val="FFFFFF"/>
          </a:solidFill>
          <a:ln w="36720" cap="rnd">
            <a:solidFill>
              <a:srgbClr val="3465A4"/>
            </a:solidFill>
            <a:round/>
          </a:ln>
        </p:spPr>
        <p:style>
          <a:lnRef idx="0">
            <a:scrgbClr r="0" g="0" b="0"/>
          </a:lnRef>
          <a:fillRef idx="0">
            <a:scrgbClr r="0" g="0" b="0"/>
          </a:fillRef>
          <a:effectRef idx="0">
            <a:scrgbClr r="0" g="0" b="0"/>
          </a:effectRef>
          <a:fontRef idx="minor"/>
        </p:style>
        <p:txBody>
          <a:bodyPr lIns="108360" tIns="63360" rIns="108360" bIns="63360" anchor="t">
            <a:noAutofit/>
          </a:bodyPr>
          <a:lstStyle/>
          <a:p>
            <a:pPr>
              <a:lnSpc>
                <a:spcPct val="100000"/>
              </a:lnSpc>
            </a:pPr>
            <a:r>
              <a:rPr lang="en-US" sz="2600" b="1" u="sng" strike="noStrike" dirty="0">
                <a:solidFill>
                  <a:srgbClr val="2A6099"/>
                </a:solidFill>
                <a:effectLst/>
                <a:uFillTx/>
                <a:latin typeface="Nimbus Roman"/>
              </a:rPr>
              <a:t>Unique Value Proposition (UVP):</a:t>
            </a:r>
          </a:p>
          <a:p>
            <a:pPr>
              <a:lnSpc>
                <a:spcPct val="100000"/>
              </a:lnSpc>
            </a:pPr>
            <a:r>
              <a:rPr lang="en-US" sz="1600" b="1" dirty="0">
                <a:solidFill>
                  <a:srgbClr val="000000"/>
                </a:solidFill>
                <a:latin typeface="Nimbus Roman"/>
              </a:rPr>
              <a:t>Unmatched Accessibility: </a:t>
            </a:r>
            <a:r>
              <a:rPr lang="en-US" sz="1600" dirty="0">
                <a:solidFill>
                  <a:srgbClr val="000000"/>
                </a:solidFill>
                <a:latin typeface="Nimbus Roman"/>
              </a:rPr>
              <a:t>First platform combining NLP with Argo data for non-experts, powered by FAISS semantic search and PremSQL . </a:t>
            </a:r>
          </a:p>
          <a:p>
            <a:pPr>
              <a:lnSpc>
                <a:spcPct val="100000"/>
              </a:lnSpc>
            </a:pPr>
            <a:r>
              <a:rPr lang="en-US" sz="1600" b="1" dirty="0">
                <a:solidFill>
                  <a:srgbClr val="000000"/>
                </a:solidFill>
                <a:latin typeface="Nimbus Roman"/>
              </a:rPr>
              <a:t>Real-Time Insights: </a:t>
            </a:r>
            <a:r>
              <a:rPr lang="en-US" sz="1600" dirty="0">
                <a:solidFill>
                  <a:srgbClr val="000000"/>
                </a:solidFill>
                <a:latin typeface="Nimbus Roman"/>
              </a:rPr>
              <a:t>Streamlit dashboard offers interactive maps and BGC comparisons tailored to user queries .</a:t>
            </a:r>
          </a:p>
          <a:p>
            <a:pPr>
              <a:lnSpc>
                <a:spcPct val="100000"/>
              </a:lnSpc>
            </a:pPr>
            <a:r>
              <a:rPr lang="en-US" sz="1600" b="1" dirty="0">
                <a:solidFill>
                  <a:srgbClr val="000000"/>
                </a:solidFill>
                <a:latin typeface="Nimbus Roman"/>
              </a:rPr>
              <a:t>Global Impact: </a:t>
            </a:r>
            <a:r>
              <a:rPr lang="en-US" sz="1600" dirty="0">
                <a:solidFill>
                  <a:srgbClr val="000000"/>
                </a:solidFill>
                <a:latin typeface="Nimbus Roman"/>
              </a:rPr>
              <a:t>Democratizes ocean data for climate strategies and local ecosystem management.</a:t>
            </a:r>
          </a:p>
          <a:p>
            <a:pPr>
              <a:lnSpc>
                <a:spcPct val="100000"/>
              </a:lnSpc>
            </a:pPr>
            <a:r>
              <a:rPr lang="en-US" sz="1600" dirty="0">
                <a:solidFill>
                  <a:srgbClr val="000000"/>
                </a:solidFill>
                <a:latin typeface="Nimbus Roman"/>
              </a:rPr>
              <a:t>Light weight self hostable text to data package.</a:t>
            </a:r>
            <a:endParaRPr lang="en-US" sz="1600" strike="noStrike" dirty="0">
              <a:solidFill>
                <a:srgbClr val="000000"/>
              </a:solidFill>
              <a:effectLst/>
              <a:uFillTx/>
              <a:latin typeface="Nimbus Roman"/>
            </a:endParaRPr>
          </a:p>
        </p:txBody>
      </p:sp>
      <p:sp>
        <p:nvSpPr>
          <p:cNvPr id="82" name="Rectangle 81"/>
          <p:cNvSpPr/>
          <p:nvPr/>
        </p:nvSpPr>
        <p:spPr>
          <a:xfrm>
            <a:off x="5486400" y="1156516"/>
            <a:ext cx="6400800" cy="2482629"/>
          </a:xfrm>
          <a:prstGeom prst="rect">
            <a:avLst/>
          </a:prstGeom>
          <a:solidFill>
            <a:srgbClr val="FFFFFF"/>
          </a:solidFill>
          <a:ln w="36720" cap="rnd">
            <a:solidFill>
              <a:srgbClr val="3465A4"/>
            </a:solidFill>
            <a:round/>
          </a:ln>
        </p:spPr>
        <p:style>
          <a:lnRef idx="0">
            <a:scrgbClr r="0" g="0" b="0"/>
          </a:lnRef>
          <a:fillRef idx="0">
            <a:scrgbClr r="0" g="0" b="0"/>
          </a:fillRef>
          <a:effectRef idx="0">
            <a:scrgbClr r="0" g="0" b="0"/>
          </a:effectRef>
          <a:fontRef idx="minor"/>
        </p:style>
        <p:txBody>
          <a:bodyPr lIns="108360" tIns="63360" rIns="108360" bIns="63360" anchor="t">
            <a:noAutofit/>
          </a:bodyPr>
          <a:lstStyle/>
          <a:p>
            <a:pPr>
              <a:lnSpc>
                <a:spcPct val="100000"/>
              </a:lnSpc>
            </a:pPr>
            <a:r>
              <a:rPr lang="en-US" sz="2600" b="1" u="sng" strike="noStrike" dirty="0">
                <a:solidFill>
                  <a:srgbClr val="2A6099"/>
                </a:solidFill>
                <a:effectLst/>
                <a:uFillTx/>
                <a:latin typeface="Nimbus Roman"/>
              </a:rPr>
              <a:t>Problem Resolution:</a:t>
            </a:r>
          </a:p>
          <a:p>
            <a:pPr>
              <a:lnSpc>
                <a:spcPct val="100000"/>
              </a:lnSpc>
            </a:pPr>
            <a:r>
              <a:rPr lang="en-US" sz="1600" b="1" dirty="0">
                <a:solidFill>
                  <a:srgbClr val="000000"/>
                </a:solidFill>
                <a:latin typeface="Nimbus Roman"/>
              </a:rPr>
              <a:t>Data Inaccessibility: </a:t>
            </a:r>
            <a:r>
              <a:rPr lang="en-US" sz="1600" dirty="0">
                <a:solidFill>
                  <a:srgbClr val="000000"/>
                </a:solidFill>
                <a:latin typeface="Nimbus Roman"/>
              </a:rPr>
              <a:t>Argo’s vast NetCDF data (via GDACs) is complex, limiting use by policymakers, educators, and managers .</a:t>
            </a:r>
          </a:p>
          <a:p>
            <a:pPr>
              <a:lnSpc>
                <a:spcPct val="100000"/>
              </a:lnSpc>
            </a:pPr>
            <a:r>
              <a:rPr lang="en-US" sz="1600" b="1" dirty="0">
                <a:solidFill>
                  <a:srgbClr val="000000"/>
                </a:solidFill>
                <a:latin typeface="Nimbus Roman"/>
              </a:rPr>
              <a:t>Technical Barrier: </a:t>
            </a:r>
            <a:r>
              <a:rPr lang="en-US" sz="1600" dirty="0">
                <a:solidFill>
                  <a:srgbClr val="000000"/>
                </a:solidFill>
                <a:latin typeface="Nimbus Roman"/>
              </a:rPr>
              <a:t>Current tools require expertise, delaying real-time insights for climate, weather, and ecosystem needs . </a:t>
            </a:r>
          </a:p>
          <a:p>
            <a:pPr>
              <a:lnSpc>
                <a:spcPct val="100000"/>
              </a:lnSpc>
            </a:pPr>
            <a:r>
              <a:rPr lang="en-US" sz="1600" b="1" dirty="0">
                <a:solidFill>
                  <a:srgbClr val="000000"/>
                </a:solidFill>
                <a:latin typeface="Nimbus Roman"/>
              </a:rPr>
              <a:t>Solution Delivery</a:t>
            </a:r>
            <a:r>
              <a:rPr lang="en-US" sz="1600" dirty="0">
                <a:solidFill>
                  <a:srgbClr val="000000"/>
                </a:solidFill>
                <a:latin typeface="Nimbus Roman"/>
              </a:rPr>
              <a:t>: Chatbot and dashboard interpret natural language, use PostGIS for geospatial searches, and deliver results in &lt;3 seconds .</a:t>
            </a:r>
            <a:r>
              <a:rPr lang="en-US" sz="1600" b="1" dirty="0">
                <a:solidFill>
                  <a:srgbClr val="000000"/>
                </a:solidFill>
                <a:latin typeface="Nimbus Roman"/>
              </a:rPr>
              <a:t> Regional Impact: </a:t>
            </a:r>
            <a:r>
              <a:rPr lang="en-US" sz="1600" dirty="0">
                <a:solidFill>
                  <a:srgbClr val="000000"/>
                </a:solidFill>
                <a:latin typeface="Nimbus Roman"/>
              </a:rPr>
              <a:t>Address underutilization in data-rich Indian Ocean for timely decision-making.</a:t>
            </a:r>
            <a:endParaRPr lang="en-US" sz="1600" u="none" strike="noStrike" dirty="0">
              <a:solidFill>
                <a:srgbClr val="000000"/>
              </a:solidFill>
              <a:effectLst/>
              <a:uFillTx/>
              <a:latin typeface="Nimbus Roman"/>
            </a:endParaRPr>
          </a:p>
        </p:txBody>
      </p:sp>
      <p:sp>
        <p:nvSpPr>
          <p:cNvPr id="4" name="Flowchart: Alternate Process 3">
            <a:extLst>
              <a:ext uri="{FF2B5EF4-FFF2-40B4-BE49-F238E27FC236}">
                <a16:creationId xmlns:a16="http://schemas.microsoft.com/office/drawing/2014/main" id="{EF9CA929-A478-60BD-3950-ECA83B264EFA}"/>
              </a:ext>
            </a:extLst>
          </p:cNvPr>
          <p:cNvSpPr/>
          <p:nvPr/>
        </p:nvSpPr>
        <p:spPr>
          <a:xfrm>
            <a:off x="304800" y="1130793"/>
            <a:ext cx="4708451" cy="2771882"/>
          </a:xfrm>
          <a:prstGeom prst="flowChartAlternateProcess">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en-IN" b="1" dirty="0">
                <a:solidFill>
                  <a:srgbClr val="2A6099"/>
                </a:solidFill>
              </a:rPr>
              <a:t>Why? (Problem)</a:t>
            </a:r>
          </a:p>
          <a:p>
            <a:r>
              <a:rPr lang="en-IN" sz="1400" dirty="0">
                <a:solidFill>
                  <a:schemeClr val="tx1"/>
                </a:solidFill>
              </a:rPr>
              <a:t>Oceanographic data (satellites, CTD, ARGO floats, BGC sensors) is huge, complex &amp; stored in difficult formats like NetCDF.</a:t>
            </a:r>
          </a:p>
          <a:p>
            <a:r>
              <a:rPr lang="en-IN" sz="1400" dirty="0">
                <a:solidFill>
                  <a:schemeClr val="tx1"/>
                </a:solidFill>
              </a:rPr>
              <a:t>Non-technical users (policy makers, students, early researchers) struggle to access, query &amp; visualize this data.</a:t>
            </a:r>
          </a:p>
          <a:p>
            <a:endParaRPr lang="en-IN" sz="1400" dirty="0">
              <a:solidFill>
                <a:schemeClr val="tx1"/>
              </a:solidFill>
            </a:endParaRPr>
          </a:p>
          <a:p>
            <a:r>
              <a:rPr lang="en-IN" sz="1400" dirty="0">
                <a:solidFill>
                  <a:schemeClr val="tx1"/>
                </a:solidFill>
              </a:rPr>
              <a:t>Current tools require </a:t>
            </a:r>
            <a:r>
              <a:rPr lang="en-IN" sz="1400" b="1" dirty="0">
                <a:solidFill>
                  <a:schemeClr val="tx1"/>
                </a:solidFill>
              </a:rPr>
              <a:t>domain knowledge + coding skills</a:t>
            </a:r>
            <a:r>
              <a:rPr lang="en-IN" sz="1400" dirty="0">
                <a:solidFill>
                  <a:schemeClr val="tx1"/>
                </a:solidFill>
              </a:rPr>
              <a:t> → limits accessibility.</a:t>
            </a:r>
          </a:p>
          <a:p>
            <a:endParaRPr lang="en-IN" sz="1400" dirty="0">
              <a:solidFill>
                <a:schemeClr val="tx1"/>
              </a:solidFill>
            </a:endParaRPr>
          </a:p>
          <a:p>
            <a:r>
              <a:rPr lang="en-IN" sz="1400" dirty="0">
                <a:solidFill>
                  <a:schemeClr val="tx1"/>
                </a:solidFill>
              </a:rPr>
              <a:t>With </a:t>
            </a:r>
            <a:r>
              <a:rPr lang="en-IN" sz="1400" b="1" dirty="0">
                <a:solidFill>
                  <a:schemeClr val="tx1"/>
                </a:solidFill>
              </a:rPr>
              <a:t>AI + LLMs + modern databases</a:t>
            </a:r>
            <a:r>
              <a:rPr lang="en-IN" sz="1400" dirty="0">
                <a:solidFill>
                  <a:schemeClr val="tx1"/>
                </a:solidFill>
              </a:rPr>
              <a:t>, we can now make ocean data more </a:t>
            </a:r>
            <a:r>
              <a:rPr lang="en-IN" sz="1400" b="1" dirty="0">
                <a:solidFill>
                  <a:schemeClr val="tx1"/>
                </a:solidFill>
              </a:rPr>
              <a:t>democratic, intuitive, and interactive</a:t>
            </a:r>
            <a:r>
              <a:rPr lang="en-IN" sz="1400" dirty="0">
                <a:solidFill>
                  <a:schemeClr val="tx1"/>
                </a:solidFill>
              </a:rPr>
              <a:t>.</a:t>
            </a:r>
          </a:p>
        </p:txBody>
      </p:sp>
      <p:sp>
        <p:nvSpPr>
          <p:cNvPr id="5" name="Flowchart: Alternate Process 4">
            <a:extLst>
              <a:ext uri="{FF2B5EF4-FFF2-40B4-BE49-F238E27FC236}">
                <a16:creationId xmlns:a16="http://schemas.microsoft.com/office/drawing/2014/main" id="{E2FF3124-F7EC-97E2-1905-9946B567D904}"/>
              </a:ext>
            </a:extLst>
          </p:cNvPr>
          <p:cNvSpPr/>
          <p:nvPr/>
        </p:nvSpPr>
        <p:spPr>
          <a:xfrm>
            <a:off x="304800" y="4351110"/>
            <a:ext cx="4708451" cy="1555174"/>
          </a:xfrm>
          <a:prstGeom prst="flowChartAlternateProcess">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en-US" sz="1600" b="1" dirty="0">
                <a:solidFill>
                  <a:srgbClr val="2A6099"/>
                </a:solidFill>
              </a:rPr>
              <a:t>What? (Solution Idea)</a:t>
            </a:r>
            <a:endParaRPr lang="en-US" sz="1600" dirty="0">
              <a:solidFill>
                <a:srgbClr val="2A6099"/>
              </a:solidFill>
            </a:endParaRPr>
          </a:p>
          <a:p>
            <a:r>
              <a:rPr lang="en-US" sz="1400" dirty="0">
                <a:solidFill>
                  <a:schemeClr val="tx1">
                    <a:lumMod val="95000"/>
                    <a:lumOff val="5000"/>
                  </a:schemeClr>
                </a:solidFill>
              </a:rPr>
              <a:t>Build an </a:t>
            </a:r>
            <a:r>
              <a:rPr lang="en-US" sz="1400" b="1" dirty="0">
                <a:solidFill>
                  <a:schemeClr val="tx1">
                    <a:lumMod val="95000"/>
                    <a:lumOff val="5000"/>
                  </a:schemeClr>
                </a:solidFill>
              </a:rPr>
              <a:t>AI-powered conversational system for ARGO float data </a:t>
            </a:r>
            <a:r>
              <a:rPr lang="en-US" sz="1400" dirty="0">
                <a:solidFill>
                  <a:schemeClr val="tx1">
                    <a:lumMod val="95000"/>
                    <a:lumOff val="5000"/>
                  </a:schemeClr>
                </a:solidFill>
              </a:rPr>
              <a:t>and</a:t>
            </a:r>
            <a:r>
              <a:rPr lang="en-US" sz="1400" b="1" dirty="0">
                <a:solidFill>
                  <a:schemeClr val="tx1">
                    <a:lumMod val="95000"/>
                    <a:lumOff val="5000"/>
                  </a:schemeClr>
                </a:solidFill>
              </a:rPr>
              <a:t> </a:t>
            </a:r>
            <a:r>
              <a:rPr lang="en-US" sz="1400" dirty="0">
                <a:solidFill>
                  <a:schemeClr val="tx1">
                    <a:lumMod val="95000"/>
                    <a:lumOff val="5000"/>
                  </a:schemeClr>
                </a:solidFill>
              </a:rPr>
              <a:t>Allow natural language queries </a:t>
            </a:r>
          </a:p>
          <a:p>
            <a:endParaRPr lang="en-US" sz="1400" dirty="0">
              <a:solidFill>
                <a:schemeClr val="tx1">
                  <a:lumMod val="95000"/>
                  <a:lumOff val="5000"/>
                </a:schemeClr>
              </a:solidFill>
            </a:endParaRPr>
          </a:p>
          <a:p>
            <a:r>
              <a:rPr lang="en-US" sz="1400" dirty="0">
                <a:solidFill>
                  <a:schemeClr val="tx1">
                    <a:lumMod val="95000"/>
                    <a:lumOff val="5000"/>
                  </a:schemeClr>
                </a:solidFill>
              </a:rPr>
              <a:t>Output: clear tables, plots (temp/salinity.. vs depth), float trajectories on maps, and easy-to-read explanations.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9"/>
          <p:cNvSpPr/>
          <p:nvPr/>
        </p:nvSpPr>
        <p:spPr>
          <a:xfrm>
            <a:off x="0" y="6354720"/>
            <a:ext cx="12191400" cy="502560"/>
          </a:xfrm>
          <a:prstGeom prst="rect">
            <a:avLst/>
          </a:prstGeom>
          <a:solidFill>
            <a:srgbClr val="0070C0"/>
          </a:solidFill>
          <a:ln w="9525">
            <a:noFill/>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457200">
              <a:lnSpc>
                <a:spcPct val="100000"/>
              </a:lnSpc>
            </a:pPr>
            <a:endParaRPr lang="en-US" sz="1800" b="0" u="none" strike="noStrike">
              <a:solidFill>
                <a:schemeClr val="accent2">
                  <a:lumMod val="75000"/>
                </a:schemeClr>
              </a:solidFill>
              <a:effectLst/>
              <a:uFillTx/>
              <a:latin typeface="Calibri"/>
            </a:endParaRPr>
          </a:p>
        </p:txBody>
      </p:sp>
      <p:sp>
        <p:nvSpPr>
          <p:cNvPr id="84" name="PlaceHolder 1"/>
          <p:cNvSpPr>
            <a:spLocks noGrp="1"/>
          </p:cNvSpPr>
          <p:nvPr>
            <p:ph type="title"/>
          </p:nvPr>
        </p:nvSpPr>
        <p:spPr>
          <a:xfrm>
            <a:off x="609480" y="-47520"/>
            <a:ext cx="10972080" cy="114228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3600" b="1" u="none" strike="noStrike">
                <a:solidFill>
                  <a:schemeClr val="dk1"/>
                </a:solidFill>
                <a:effectLst/>
                <a:uFillTx/>
                <a:latin typeface="Times New Roman"/>
                <a:ea typeface="ＭＳ Ｐゴシック"/>
              </a:rPr>
              <a:t>TECHNICAL APPROACH</a:t>
            </a:r>
            <a:endParaRPr lang="en-US" sz="3600" b="0" u="none" strike="noStrike">
              <a:solidFill>
                <a:srgbClr val="000000"/>
              </a:solidFill>
              <a:effectLst/>
              <a:uFillTx/>
              <a:latin typeface="Nimbus Roman"/>
            </a:endParaRPr>
          </a:p>
        </p:txBody>
      </p:sp>
      <p:sp>
        <p:nvSpPr>
          <p:cNvPr id="85" name="TextBox 8"/>
          <p:cNvSpPr/>
          <p:nvPr/>
        </p:nvSpPr>
        <p:spPr>
          <a:xfrm>
            <a:off x="609480" y="2533680"/>
            <a:ext cx="9384480" cy="179820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algn="just" defTabSz="457200">
              <a:lnSpc>
                <a:spcPct val="100000"/>
              </a:lnSpc>
              <a:buClr>
                <a:srgbClr val="000000"/>
              </a:buClr>
              <a:buFont typeface="Arial"/>
              <a:buChar char="•"/>
            </a:pPr>
            <a:endParaRPr lang="en-US" sz="1800" b="0" u="none" strike="noStrike">
              <a:solidFill>
                <a:srgbClr val="000000"/>
              </a:solidFill>
              <a:effectLst/>
              <a:uFillTx/>
              <a:latin typeface="Nimbus Roman"/>
            </a:endParaRPr>
          </a:p>
        </p:txBody>
      </p:sp>
      <p:sp>
        <p:nvSpPr>
          <p:cNvPr id="86" name="PlaceHolder 2"/>
          <p:cNvSpPr>
            <a:spLocks noGrp="1"/>
          </p:cNvSpPr>
          <p:nvPr>
            <p:ph type="sldNum" idx="39"/>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u="none" strike="noStrike">
                <a:solidFill>
                  <a:schemeClr val="lt1"/>
                </a:solidFill>
                <a:effectLst/>
                <a:uFillTx/>
                <a:latin typeface="TradeGothic"/>
                <a:ea typeface="ＭＳ Ｐゴシック"/>
              </a:defRPr>
            </a:lvl1pPr>
          </a:lstStyle>
          <a:p>
            <a:pPr indent="0" algn="r" defTabSz="457200">
              <a:lnSpc>
                <a:spcPct val="100000"/>
              </a:lnSpc>
              <a:buNone/>
              <a:tabLst>
                <a:tab pos="0" algn="l"/>
              </a:tabLst>
            </a:pPr>
            <a:fld id="{1754F797-E2A0-4CE6-9740-D6A2A09F6ECE}" type="slidenum">
              <a:rPr lang="en-US" sz="1200" b="1" u="none" strike="noStrike">
                <a:solidFill>
                  <a:schemeClr val="lt1"/>
                </a:solidFill>
                <a:effectLst/>
                <a:uFillTx/>
                <a:latin typeface="TradeGothic"/>
                <a:ea typeface="ＭＳ Ｐゴシック"/>
              </a:rPr>
              <a:t>3</a:t>
            </a:fld>
            <a:endParaRPr lang="en-US" sz="1200" b="0" u="none" strike="noStrike">
              <a:solidFill>
                <a:srgbClr val="000000"/>
              </a:solidFill>
              <a:effectLst/>
              <a:uFillTx/>
              <a:latin typeface="Nimbus Roman"/>
            </a:endParaRPr>
          </a:p>
        </p:txBody>
      </p:sp>
      <p:sp>
        <p:nvSpPr>
          <p:cNvPr id="87" name="PlaceHolder 3"/>
          <p:cNvSpPr>
            <a:spLocks noGrp="1"/>
          </p:cNvSpPr>
          <p:nvPr>
            <p:ph type="ftr" idx="40"/>
          </p:nvPr>
        </p:nvSpPr>
        <p:spPr>
          <a:xfrm>
            <a:off x="4648320" y="6356520"/>
            <a:ext cx="320328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chemeClr val="lt1"/>
                </a:solidFill>
                <a:effectLst/>
                <a:uFillTx/>
                <a:latin typeface="TradeGothic"/>
              </a:defRPr>
            </a:lvl1pPr>
          </a:lstStyle>
          <a:p>
            <a:pPr indent="0" algn="ctr" defTabSz="457200">
              <a:lnSpc>
                <a:spcPct val="100000"/>
              </a:lnSpc>
              <a:buNone/>
              <a:tabLst>
                <a:tab pos="0" algn="l"/>
              </a:tabLst>
            </a:pPr>
            <a:r>
              <a:rPr lang="en-US" sz="1200" b="0" u="none" strike="noStrike" dirty="0">
                <a:solidFill>
                  <a:schemeClr val="lt1"/>
                </a:solidFill>
                <a:effectLst/>
                <a:uFillTx/>
                <a:latin typeface="TradeGothic"/>
              </a:rPr>
              <a:t>@SIH Idea submission</a:t>
            </a:r>
            <a:endParaRPr lang="en-US" sz="1200" b="0" u="none" strike="noStrike" dirty="0">
              <a:solidFill>
                <a:srgbClr val="000000"/>
              </a:solidFill>
              <a:effectLst/>
              <a:uFillTx/>
              <a:latin typeface="Nimbus Roman"/>
            </a:endParaRPr>
          </a:p>
        </p:txBody>
      </p:sp>
      <p:pic>
        <p:nvPicPr>
          <p:cNvPr id="89" name="Picture 2" descr="https://www.sih.gov.in/img1/SIH-Logo.png"/>
          <p:cNvPicPr/>
          <p:nvPr/>
        </p:nvPicPr>
        <p:blipFill>
          <a:blip r:embed="rId3"/>
          <a:stretch/>
        </p:blipFill>
        <p:spPr>
          <a:xfrm>
            <a:off x="9841320" y="57240"/>
            <a:ext cx="2208240" cy="1122120"/>
          </a:xfrm>
          <a:prstGeom prst="rect">
            <a:avLst/>
          </a:prstGeom>
          <a:noFill/>
          <a:ln w="0">
            <a:noFill/>
          </a:ln>
        </p:spPr>
      </p:pic>
      <p:sp>
        <p:nvSpPr>
          <p:cNvPr id="90" name="Rectangle 89"/>
          <p:cNvSpPr/>
          <p:nvPr/>
        </p:nvSpPr>
        <p:spPr>
          <a:xfrm>
            <a:off x="491241" y="1182167"/>
            <a:ext cx="4947311" cy="4940629"/>
          </a:xfrm>
          <a:prstGeom prst="rect">
            <a:avLst/>
          </a:prstGeom>
          <a:solidFill>
            <a:srgbClr val="FFFFFF"/>
          </a:solidFill>
          <a:ln w="36720">
            <a:solidFill>
              <a:srgbClr val="3465A4"/>
            </a:solidFill>
            <a:round/>
          </a:ln>
        </p:spPr>
        <p:style>
          <a:lnRef idx="0">
            <a:scrgbClr r="0" g="0" b="0"/>
          </a:lnRef>
          <a:fillRef idx="0">
            <a:scrgbClr r="0" g="0" b="0"/>
          </a:fillRef>
          <a:effectRef idx="0">
            <a:scrgbClr r="0" g="0" b="0"/>
          </a:effectRef>
          <a:fontRef idx="minor"/>
        </p:style>
        <p:txBody>
          <a:bodyPr lIns="108360" tIns="63360" rIns="108360" bIns="63360" anchor="ctr">
            <a:noAutofit/>
          </a:bodyPr>
          <a:lstStyle/>
          <a:p>
            <a:r>
              <a:rPr lang="en-US" sz="1400" b="1" dirty="0">
                <a:solidFill>
                  <a:srgbClr val="000000"/>
                </a:solidFill>
                <a:latin typeface="Nimbus Roman"/>
              </a:rPr>
              <a:t>Data Ingestion: </a:t>
            </a:r>
            <a:r>
              <a:rPr lang="en-US" sz="1400" dirty="0">
                <a:solidFill>
                  <a:srgbClr val="000000"/>
                </a:solidFill>
                <a:latin typeface="Nimbus Roman"/>
              </a:rPr>
              <a:t>Parse Argo NetCDF files (~100,000 Indian Ocean profiles) using xarray to extract metadata and profiles </a:t>
            </a:r>
            <a:r>
              <a:rPr lang="en-US" sz="1400" b="1" dirty="0">
                <a:solidFill>
                  <a:srgbClr val="000000"/>
                </a:solidFill>
                <a:latin typeface="Nimbus Roman"/>
              </a:rPr>
              <a:t>.</a:t>
            </a:r>
          </a:p>
          <a:p>
            <a:r>
              <a:rPr lang="en-US" sz="1400" b="1" dirty="0">
                <a:solidFill>
                  <a:srgbClr val="000000"/>
                </a:solidFill>
                <a:latin typeface="Nimbus Roman"/>
              </a:rPr>
              <a:t>Database Storage: </a:t>
            </a:r>
            <a:r>
              <a:rPr lang="en-US" sz="1400" dirty="0">
                <a:solidFill>
                  <a:srgbClr val="000000"/>
                </a:solidFill>
                <a:latin typeface="Nimbus Roman"/>
              </a:rPr>
              <a:t>Store metadata in PostgreSQL with PostGIS for geospatial queries, full profiles in Parquet, and embeddings in FAISS for semantic search .</a:t>
            </a:r>
          </a:p>
          <a:p>
            <a:r>
              <a:rPr lang="en-US" sz="1400" b="1" dirty="0">
                <a:solidFill>
                  <a:srgbClr val="000000"/>
                </a:solidFill>
                <a:latin typeface="Nimbus Roman"/>
              </a:rPr>
              <a:t>Query Processing: </a:t>
            </a:r>
            <a:r>
              <a:rPr lang="en-US" sz="1400" dirty="0">
                <a:solidFill>
                  <a:srgbClr val="000000"/>
                </a:solidFill>
                <a:latin typeface="Nimbus Roman"/>
              </a:rPr>
              <a:t>Use RAG pipeline—encode queries with sentence-transformers, search FAISS, and generate SQL with PremSQL for PostgreSQL/Parquet retrieval </a:t>
            </a:r>
            <a:r>
              <a:rPr lang="en-US" sz="1400" b="1" dirty="0">
                <a:solidFill>
                  <a:srgbClr val="000000"/>
                </a:solidFill>
                <a:latin typeface="Nimbus Roman"/>
              </a:rPr>
              <a:t>. </a:t>
            </a:r>
          </a:p>
          <a:p>
            <a:r>
              <a:rPr lang="en-US" sz="1400" b="1" dirty="0">
                <a:solidFill>
                  <a:srgbClr val="000000"/>
                </a:solidFill>
                <a:latin typeface="Nimbus Roman"/>
              </a:rPr>
              <a:t>Visualization &amp; Interface: </a:t>
            </a:r>
            <a:r>
              <a:rPr lang="en-US" sz="1400" dirty="0">
                <a:solidFill>
                  <a:srgbClr val="000000"/>
                </a:solidFill>
                <a:latin typeface="Nimbus Roman"/>
              </a:rPr>
              <a:t>Build interactive dashboard and chatbot with Streamlit, leveraging Plotly for maps and depth-time plots </a:t>
            </a:r>
            <a:r>
              <a:rPr lang="en-US" sz="1400" b="1" dirty="0">
                <a:solidFill>
                  <a:srgbClr val="000000"/>
                </a:solidFill>
                <a:latin typeface="Nimbus Roman"/>
              </a:rPr>
              <a:t>. </a:t>
            </a:r>
          </a:p>
          <a:p>
            <a:r>
              <a:rPr lang="en-US" sz="1400" b="1" dirty="0" err="1">
                <a:solidFill>
                  <a:srgbClr val="000000"/>
                </a:solidFill>
                <a:latin typeface="Nimbus Roman"/>
              </a:rPr>
              <a:t>ChatHistory</a:t>
            </a:r>
            <a:r>
              <a:rPr lang="en-US" sz="1400" dirty="0">
                <a:solidFill>
                  <a:srgbClr val="000000"/>
                </a:solidFill>
                <a:latin typeface="Nimbus Roman"/>
              </a:rPr>
              <a:t>: We maintain conversation by assigning each chat a session ID linked to a </a:t>
            </a:r>
            <a:r>
              <a:rPr lang="en-US" sz="1400" dirty="0" err="1">
                <a:solidFill>
                  <a:srgbClr val="000000"/>
                </a:solidFill>
                <a:latin typeface="Nimbus Roman"/>
              </a:rPr>
              <a:t>ChatMessageHistory</a:t>
            </a:r>
            <a:r>
              <a:rPr lang="en-US" sz="1400" dirty="0">
                <a:solidFill>
                  <a:srgbClr val="000000"/>
                </a:solidFill>
                <a:latin typeface="Nimbus Roman"/>
              </a:rPr>
              <a:t>, where we store user queries and their generated SQL within a fixed context window. When a follow-up query comes, the LLM uses past queries + SQL to generate the new SQL with proper context.</a:t>
            </a:r>
          </a:p>
          <a:p>
            <a:r>
              <a:rPr lang="en-IN" sz="1400" b="1" dirty="0"/>
              <a:t>Twin LLM Architecture:</a:t>
            </a:r>
            <a:r>
              <a:rPr lang="en-IN" sz="1400" dirty="0"/>
              <a:t> Incorporate an additional LLM to (</a:t>
            </a:r>
            <a:r>
              <a:rPr lang="en-IN" sz="1400" dirty="0" err="1"/>
              <a:t>i</a:t>
            </a:r>
            <a:r>
              <a:rPr lang="en-IN" sz="1400" dirty="0"/>
              <a:t>) extract context from user queries before passing them to </a:t>
            </a:r>
            <a:r>
              <a:rPr lang="en-IN" sz="1400" dirty="0" err="1"/>
              <a:t>PremSQL</a:t>
            </a:r>
            <a:r>
              <a:rPr lang="en-IN" sz="1400" dirty="0"/>
              <a:t> for more accurate SQL generation, and (ii) interpret tabular outputs from the database into natural language explanations, ensuring clarity for non-technical users.</a:t>
            </a:r>
            <a:endParaRPr lang="en-US" sz="1400" dirty="0">
              <a:solidFill>
                <a:srgbClr val="000000"/>
              </a:solidFill>
              <a:latin typeface="Nimbus Roman"/>
            </a:endParaRPr>
          </a:p>
        </p:txBody>
      </p:sp>
      <p:sp>
        <p:nvSpPr>
          <p:cNvPr id="2" name="Rectangle 1">
            <a:extLst>
              <a:ext uri="{FF2B5EF4-FFF2-40B4-BE49-F238E27FC236}">
                <a16:creationId xmlns:a16="http://schemas.microsoft.com/office/drawing/2014/main" id="{79218ED6-9BE7-18EF-7F36-A791467B432C}"/>
              </a:ext>
            </a:extLst>
          </p:cNvPr>
          <p:cNvSpPr/>
          <p:nvPr/>
        </p:nvSpPr>
        <p:spPr>
          <a:xfrm>
            <a:off x="5764321" y="4160182"/>
            <a:ext cx="5817239" cy="2043349"/>
          </a:xfrm>
          <a:prstGeom prst="rect">
            <a:avLst/>
          </a:prstGeom>
          <a:solidFill>
            <a:srgbClr val="FFFFFF"/>
          </a:solidFill>
          <a:ln w="36720">
            <a:solidFill>
              <a:srgbClr val="3465A4"/>
            </a:solidFill>
            <a:round/>
          </a:ln>
        </p:spPr>
        <p:style>
          <a:lnRef idx="0">
            <a:scrgbClr r="0" g="0" b="0"/>
          </a:lnRef>
          <a:fillRef idx="0">
            <a:scrgbClr r="0" g="0" b="0"/>
          </a:fillRef>
          <a:effectRef idx="0">
            <a:scrgbClr r="0" g="0" b="0"/>
          </a:effectRef>
          <a:fontRef idx="minor"/>
        </p:style>
        <p:txBody>
          <a:bodyPr lIns="108360" tIns="63360" rIns="108360" bIns="63360" anchor="ctr">
            <a:noAutofit/>
          </a:bodyPr>
          <a:lstStyle/>
          <a:p>
            <a:r>
              <a:rPr lang="en-US" sz="2800" b="1" u="sng" dirty="0">
                <a:solidFill>
                  <a:srgbClr val="2A6099"/>
                </a:solidFill>
                <a:latin typeface="Nimbus Roman"/>
              </a:rPr>
              <a:t>Tech Stack </a:t>
            </a:r>
            <a:r>
              <a:rPr lang="en-US" sz="2800" b="1" u="sng" strike="noStrike" dirty="0">
                <a:solidFill>
                  <a:srgbClr val="2A6099"/>
                </a:solidFill>
                <a:effectLst/>
                <a:uFillTx/>
                <a:latin typeface="Nimbus Roman"/>
              </a:rPr>
              <a:t>:</a:t>
            </a:r>
          </a:p>
          <a:p>
            <a:r>
              <a:rPr lang="en-US" b="1" strike="noStrike" dirty="0">
                <a:effectLst/>
                <a:uFillTx/>
                <a:latin typeface="Nimbus Roman"/>
              </a:rPr>
              <a:t>Database - </a:t>
            </a:r>
            <a:r>
              <a:rPr lang="en-US" strike="noStrike" dirty="0">
                <a:effectLst/>
                <a:uFillTx/>
                <a:latin typeface="Nimbus Roman"/>
              </a:rPr>
              <a:t>Postgre SQL , Chroma Vector DB</a:t>
            </a:r>
          </a:p>
          <a:p>
            <a:r>
              <a:rPr lang="en-US" b="1" strike="noStrike" dirty="0">
                <a:effectLst/>
                <a:uFillTx/>
                <a:latin typeface="Nimbus Roman"/>
              </a:rPr>
              <a:t>Frontend - </a:t>
            </a:r>
            <a:r>
              <a:rPr lang="en-US" strike="noStrike" dirty="0">
                <a:effectLst/>
                <a:uFillTx/>
                <a:latin typeface="Nimbus Roman"/>
              </a:rPr>
              <a:t>Streamlit , Tailwind CSS </a:t>
            </a:r>
          </a:p>
          <a:p>
            <a:r>
              <a:rPr lang="en-US" b="1" strike="noStrike" dirty="0">
                <a:effectLst/>
                <a:uFillTx/>
                <a:latin typeface="Nimbus Roman"/>
              </a:rPr>
              <a:t>Backend - </a:t>
            </a:r>
            <a:r>
              <a:rPr lang="en-US" strike="noStrike" dirty="0">
                <a:effectLst/>
                <a:uFillTx/>
                <a:latin typeface="Nimbus Roman"/>
              </a:rPr>
              <a:t>Python, Langchain , open source llm models , Langchain API </a:t>
            </a:r>
          </a:p>
          <a:p>
            <a:r>
              <a:rPr lang="en-US" b="1" strike="noStrike" dirty="0">
                <a:effectLst/>
                <a:uFillTx/>
                <a:latin typeface="Nimbus Roman"/>
              </a:rPr>
              <a:t>Data Preprocessing - </a:t>
            </a:r>
            <a:r>
              <a:rPr lang="en-US" strike="noStrike" dirty="0">
                <a:effectLst/>
                <a:uFillTx/>
                <a:latin typeface="Nimbus Roman"/>
              </a:rPr>
              <a:t>Numpy , Pandas , xarray</a:t>
            </a:r>
          </a:p>
        </p:txBody>
      </p:sp>
      <p:sp>
        <p:nvSpPr>
          <p:cNvPr id="3" name="Oval 9" descr="Your startup LOGO">
            <a:extLst>
              <a:ext uri="{FF2B5EF4-FFF2-40B4-BE49-F238E27FC236}">
                <a16:creationId xmlns:a16="http://schemas.microsoft.com/office/drawing/2014/main" id="{27D38079-CEFF-65B5-CB6D-AB18089E66BB}"/>
              </a:ext>
            </a:extLst>
          </p:cNvPr>
          <p:cNvSpPr/>
          <p:nvPr/>
        </p:nvSpPr>
        <p:spPr>
          <a:xfrm>
            <a:off x="329760" y="252360"/>
            <a:ext cx="1484292" cy="80676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US" b="1" dirty="0">
                <a:solidFill>
                  <a:schemeClr val="dk1"/>
                </a:solidFill>
                <a:latin typeface="Calibri"/>
                <a:ea typeface="ＭＳ Ｐゴシック"/>
              </a:rPr>
              <a:t>Team OG</a:t>
            </a:r>
            <a:endParaRPr lang="en-US" sz="1800" b="1" u="none" strike="noStrike" dirty="0">
              <a:solidFill>
                <a:srgbClr val="000000"/>
              </a:solidFill>
              <a:effectLst/>
              <a:uFillTx/>
              <a:latin typeface="Nimbus Roman"/>
            </a:endParaRPr>
          </a:p>
        </p:txBody>
      </p:sp>
      <p:pic>
        <p:nvPicPr>
          <p:cNvPr id="6" name="Picture 5" descr="A blue elephant logo with black text&#10;&#10;AI-generated content may be incorrect.">
            <a:extLst>
              <a:ext uri="{FF2B5EF4-FFF2-40B4-BE49-F238E27FC236}">
                <a16:creationId xmlns:a16="http://schemas.microsoft.com/office/drawing/2014/main" id="{BD6045DD-BE96-BADF-0A8F-95BB07C9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59560" y="4538202"/>
            <a:ext cx="511284" cy="427514"/>
          </a:xfrm>
          <a:prstGeom prst="rect">
            <a:avLst/>
          </a:prstGeom>
        </p:spPr>
      </p:pic>
      <p:pic>
        <p:nvPicPr>
          <p:cNvPr id="8" name="Picture 7" descr="Blue waves on a black background&#10;&#10;AI-generated content may be incorrect.">
            <a:extLst>
              <a:ext uri="{FF2B5EF4-FFF2-40B4-BE49-F238E27FC236}">
                <a16:creationId xmlns:a16="http://schemas.microsoft.com/office/drawing/2014/main" id="{5E39AA5C-B498-46FA-963B-CB1CA86D1F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11827" y="4403634"/>
            <a:ext cx="628750" cy="628750"/>
          </a:xfrm>
          <a:prstGeom prst="rect">
            <a:avLst/>
          </a:prstGeom>
        </p:spPr>
      </p:pic>
      <p:pic>
        <p:nvPicPr>
          <p:cNvPr id="10" name="Picture 9" descr="A blue and yellow snake logo&#10;&#10;AI-generated content may be incorrect.">
            <a:extLst>
              <a:ext uri="{FF2B5EF4-FFF2-40B4-BE49-F238E27FC236}">
                <a16:creationId xmlns:a16="http://schemas.microsoft.com/office/drawing/2014/main" id="{83D7E537-0ED3-94D4-A7FF-90B00DCFD4B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59560" y="5513562"/>
            <a:ext cx="609235" cy="609235"/>
          </a:xfrm>
          <a:prstGeom prst="rect">
            <a:avLst/>
          </a:prstGeom>
        </p:spPr>
      </p:pic>
      <p:pic>
        <p:nvPicPr>
          <p:cNvPr id="12" name="Picture 11">
            <a:extLst>
              <a:ext uri="{FF2B5EF4-FFF2-40B4-BE49-F238E27FC236}">
                <a16:creationId xmlns:a16="http://schemas.microsoft.com/office/drawing/2014/main" id="{5968EE81-98E9-7DCD-2EEA-6318D7FD18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36765" y="5485509"/>
            <a:ext cx="578874" cy="578874"/>
          </a:xfrm>
          <a:prstGeom prst="rect">
            <a:avLst/>
          </a:prstGeom>
        </p:spPr>
      </p:pic>
      <p:pic>
        <p:nvPicPr>
          <p:cNvPr id="11" name="Picture 10">
            <a:extLst>
              <a:ext uri="{FF2B5EF4-FFF2-40B4-BE49-F238E27FC236}">
                <a16:creationId xmlns:a16="http://schemas.microsoft.com/office/drawing/2014/main" id="{2AF3D2EF-1986-1192-75D3-5BF6BEF52A6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49203" y="1194264"/>
            <a:ext cx="5129922" cy="28813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9"/>
          <p:cNvSpPr/>
          <p:nvPr/>
        </p:nvSpPr>
        <p:spPr>
          <a:xfrm>
            <a:off x="0" y="6354720"/>
            <a:ext cx="12191400" cy="502560"/>
          </a:xfrm>
          <a:prstGeom prst="rect">
            <a:avLst/>
          </a:prstGeom>
          <a:solidFill>
            <a:srgbClr val="0070C0"/>
          </a:solidFill>
          <a:ln w="9525">
            <a:noFill/>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457200">
              <a:lnSpc>
                <a:spcPct val="100000"/>
              </a:lnSpc>
              <a:tabLst>
                <a:tab pos="0" algn="l"/>
              </a:tabLst>
            </a:pPr>
            <a:endParaRPr lang="en-US" sz="1800" b="0" u="none" strike="noStrike">
              <a:solidFill>
                <a:srgbClr val="953735"/>
              </a:solidFill>
              <a:effectLst/>
              <a:uFillTx/>
              <a:latin typeface="Calibri"/>
              <a:ea typeface="ＭＳ Ｐゴシック"/>
            </a:endParaRPr>
          </a:p>
        </p:txBody>
      </p:sp>
      <p:sp>
        <p:nvSpPr>
          <p:cNvPr id="92" name="PlaceHolder 1"/>
          <p:cNvSpPr>
            <a:spLocks noGrp="1"/>
          </p:cNvSpPr>
          <p:nvPr>
            <p:ph type="title"/>
          </p:nvPr>
        </p:nvSpPr>
        <p:spPr>
          <a:xfrm>
            <a:off x="609480" y="-47520"/>
            <a:ext cx="10972080" cy="114228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3600" b="1" u="none" strike="noStrike" dirty="0">
                <a:solidFill>
                  <a:schemeClr val="dk1"/>
                </a:solidFill>
                <a:effectLst/>
                <a:uFillTx/>
                <a:latin typeface="Times New Roman"/>
                <a:ea typeface="ＭＳ Ｐゴシック"/>
              </a:rPr>
              <a:t>FEASIBILITY AND VIABILITY</a:t>
            </a:r>
            <a:endParaRPr lang="en-US" sz="3600" b="0" u="none" strike="noStrike" dirty="0">
              <a:solidFill>
                <a:srgbClr val="000000"/>
              </a:solidFill>
              <a:effectLst/>
              <a:uFillTx/>
              <a:latin typeface="Nimbus Roman"/>
            </a:endParaRPr>
          </a:p>
        </p:txBody>
      </p:sp>
      <p:sp>
        <p:nvSpPr>
          <p:cNvPr id="94" name="PlaceHolder 2"/>
          <p:cNvSpPr>
            <a:spLocks noGrp="1"/>
          </p:cNvSpPr>
          <p:nvPr>
            <p:ph type="sldNum" idx="41"/>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u="none" strike="noStrike">
                <a:solidFill>
                  <a:srgbClr val="FFFFFF"/>
                </a:solidFill>
                <a:effectLst/>
                <a:uFillTx/>
                <a:latin typeface="TradeGothic"/>
                <a:ea typeface="ＭＳ Ｐゴシック"/>
              </a:defRPr>
            </a:lvl1pPr>
          </a:lstStyle>
          <a:p>
            <a:pPr indent="0" algn="r" defTabSz="457200">
              <a:lnSpc>
                <a:spcPct val="100000"/>
              </a:lnSpc>
              <a:buNone/>
              <a:tabLst>
                <a:tab pos="0" algn="l"/>
              </a:tabLst>
            </a:pPr>
            <a:fld id="{96E96D7F-788F-455F-BE4B-CB7DAD22047E}" type="slidenum">
              <a:rPr lang="en-US" sz="1200" b="1" u="none" strike="noStrike">
                <a:solidFill>
                  <a:srgbClr val="FFFFFF"/>
                </a:solidFill>
                <a:effectLst/>
                <a:uFillTx/>
                <a:latin typeface="TradeGothic"/>
                <a:ea typeface="ＭＳ Ｐゴシック"/>
              </a:rPr>
              <a:t>4</a:t>
            </a:fld>
            <a:endParaRPr lang="en-US" sz="1200" b="0" u="none" strike="noStrike">
              <a:solidFill>
                <a:srgbClr val="000000"/>
              </a:solidFill>
              <a:effectLst/>
              <a:uFillTx/>
              <a:latin typeface="Nimbus Roman"/>
            </a:endParaRPr>
          </a:p>
        </p:txBody>
      </p:sp>
      <p:sp>
        <p:nvSpPr>
          <p:cNvPr id="95" name="PlaceHolder 3"/>
          <p:cNvSpPr>
            <a:spLocks noGrp="1"/>
          </p:cNvSpPr>
          <p:nvPr>
            <p:ph type="ftr" idx="42"/>
          </p:nvPr>
        </p:nvSpPr>
        <p:spPr>
          <a:xfrm>
            <a:off x="4648320" y="6356520"/>
            <a:ext cx="320328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rgbClr val="FFFFFF"/>
                </a:solidFill>
                <a:effectLst/>
                <a:uFillTx/>
                <a:latin typeface="TradeGothic"/>
              </a:defRPr>
            </a:lvl1pPr>
          </a:lstStyle>
          <a:p>
            <a:pPr indent="0" algn="ctr" defTabSz="457200">
              <a:lnSpc>
                <a:spcPct val="100000"/>
              </a:lnSpc>
              <a:buNone/>
              <a:tabLst>
                <a:tab pos="0" algn="l"/>
              </a:tabLst>
            </a:pPr>
            <a:r>
              <a:rPr lang="en-US" sz="1200" b="0" u="none" strike="noStrike" dirty="0">
                <a:solidFill>
                  <a:srgbClr val="FFFFFF"/>
                </a:solidFill>
                <a:effectLst/>
                <a:uFillTx/>
                <a:latin typeface="TradeGothic"/>
              </a:rPr>
              <a:t>@SIH Idea submission</a:t>
            </a:r>
            <a:endParaRPr lang="en-US" sz="1200" b="0" u="none" strike="noStrike" dirty="0">
              <a:solidFill>
                <a:srgbClr val="000000"/>
              </a:solidFill>
              <a:effectLst/>
              <a:uFillTx/>
              <a:latin typeface="Nimbus Roman"/>
            </a:endParaRPr>
          </a:p>
        </p:txBody>
      </p:sp>
      <p:pic>
        <p:nvPicPr>
          <p:cNvPr id="97" name="Picture 2" descr="https://www.sih.gov.in/img1/SIH-Logo.png"/>
          <p:cNvPicPr/>
          <p:nvPr/>
        </p:nvPicPr>
        <p:blipFill>
          <a:blip r:embed="rId3"/>
          <a:stretch/>
        </p:blipFill>
        <p:spPr>
          <a:xfrm>
            <a:off x="9841320" y="57240"/>
            <a:ext cx="2208240" cy="1122120"/>
          </a:xfrm>
          <a:prstGeom prst="rect">
            <a:avLst/>
          </a:prstGeom>
          <a:noFill/>
          <a:ln w="0">
            <a:noFill/>
          </a:ln>
        </p:spPr>
      </p:pic>
      <p:sp>
        <p:nvSpPr>
          <p:cNvPr id="3" name="Rectangle 2">
            <a:extLst>
              <a:ext uri="{FF2B5EF4-FFF2-40B4-BE49-F238E27FC236}">
                <a16:creationId xmlns:a16="http://schemas.microsoft.com/office/drawing/2014/main" id="{746681A1-0F24-4A03-3CF9-06D0410170AB}"/>
              </a:ext>
            </a:extLst>
          </p:cNvPr>
          <p:cNvSpPr/>
          <p:nvPr/>
        </p:nvSpPr>
        <p:spPr>
          <a:xfrm>
            <a:off x="5537160" y="1186476"/>
            <a:ext cx="6400800" cy="2035189"/>
          </a:xfrm>
          <a:prstGeom prst="rect">
            <a:avLst/>
          </a:prstGeom>
          <a:solidFill>
            <a:srgbClr val="FFFFFF"/>
          </a:solidFill>
          <a:ln w="36720" cap="rnd">
            <a:solidFill>
              <a:srgbClr val="3465A4"/>
            </a:solidFill>
            <a:round/>
          </a:ln>
        </p:spPr>
        <p:style>
          <a:lnRef idx="0">
            <a:scrgbClr r="0" g="0" b="0"/>
          </a:lnRef>
          <a:fillRef idx="0">
            <a:scrgbClr r="0" g="0" b="0"/>
          </a:fillRef>
          <a:effectRef idx="0">
            <a:scrgbClr r="0" g="0" b="0"/>
          </a:effectRef>
          <a:fontRef idx="minor"/>
        </p:style>
        <p:txBody>
          <a:bodyPr lIns="108360" tIns="63360" rIns="108360" bIns="63360" anchor="t">
            <a:noAutofit/>
          </a:bodyPr>
          <a:lstStyle/>
          <a:p>
            <a:pPr>
              <a:lnSpc>
                <a:spcPct val="100000"/>
              </a:lnSpc>
            </a:pPr>
            <a:r>
              <a:rPr lang="en-US" sz="2600" b="1" u="sng" strike="noStrike" dirty="0">
                <a:solidFill>
                  <a:srgbClr val="2A6099"/>
                </a:solidFill>
                <a:effectLst/>
                <a:uFillTx/>
                <a:latin typeface="Nimbus Roman"/>
              </a:rPr>
              <a:t>Potential Challenges and risks:</a:t>
            </a:r>
          </a:p>
          <a:p>
            <a:pPr>
              <a:lnSpc>
                <a:spcPct val="100000"/>
              </a:lnSpc>
            </a:pPr>
            <a:r>
              <a:rPr lang="en-US" sz="1600" b="1" strike="noStrike" dirty="0">
                <a:effectLst/>
                <a:uFillTx/>
                <a:latin typeface="Nimbus Roman"/>
              </a:rPr>
              <a:t>Performance Bottlenecks</a:t>
            </a:r>
            <a:r>
              <a:rPr lang="en-US" sz="1600" strike="noStrike" dirty="0">
                <a:effectLst/>
                <a:uFillTx/>
                <a:latin typeface="Nimbus Roman"/>
              </a:rPr>
              <a:t>: Large datasets (~100,000 profiles) could slow queries or visualizations .</a:t>
            </a:r>
            <a:r>
              <a:rPr lang="en-US" sz="1600" b="1" strike="noStrike" dirty="0">
                <a:effectLst/>
                <a:uFillTx/>
                <a:latin typeface="Nimbus Roman"/>
              </a:rPr>
              <a:t> </a:t>
            </a:r>
          </a:p>
          <a:p>
            <a:pPr>
              <a:lnSpc>
                <a:spcPct val="100000"/>
              </a:lnSpc>
            </a:pPr>
            <a:r>
              <a:rPr lang="en-US" sz="1600" b="1" strike="noStrike" dirty="0">
                <a:effectLst/>
                <a:uFillTx/>
                <a:latin typeface="Nimbus Roman"/>
              </a:rPr>
              <a:t>PremSQL Accuracy: </a:t>
            </a:r>
            <a:r>
              <a:rPr lang="en-US" sz="1600" strike="noStrike" dirty="0">
                <a:effectLst/>
                <a:uFillTx/>
                <a:latin typeface="Nimbus Roman"/>
              </a:rPr>
              <a:t>Generated SQL may contain errors, even with correct sql structure. PremSQL struggles with deep joins and nested queries </a:t>
            </a:r>
          </a:p>
          <a:p>
            <a:pPr>
              <a:lnSpc>
                <a:spcPct val="100000"/>
              </a:lnSpc>
            </a:pPr>
            <a:r>
              <a:rPr lang="en-US" sz="1600" b="1" strike="noStrike" dirty="0">
                <a:effectLst/>
                <a:uFillTx/>
                <a:latin typeface="Nimbus Roman"/>
              </a:rPr>
              <a:t>Team Expertise: </a:t>
            </a:r>
            <a:r>
              <a:rPr lang="en-US" sz="1600" strike="noStrike" dirty="0">
                <a:effectLst/>
                <a:uFillTx/>
                <a:latin typeface="Nimbus Roman"/>
              </a:rPr>
              <a:t>Handling relatively new file formats such as .nc and parquet files is difficult in the beginning.</a:t>
            </a:r>
          </a:p>
        </p:txBody>
      </p:sp>
      <p:sp>
        <p:nvSpPr>
          <p:cNvPr id="4" name="Rectangle 3">
            <a:extLst>
              <a:ext uri="{FF2B5EF4-FFF2-40B4-BE49-F238E27FC236}">
                <a16:creationId xmlns:a16="http://schemas.microsoft.com/office/drawing/2014/main" id="{BA783301-A12D-CA13-7BEC-DB8D8C64A774}"/>
              </a:ext>
            </a:extLst>
          </p:cNvPr>
          <p:cNvSpPr/>
          <p:nvPr/>
        </p:nvSpPr>
        <p:spPr>
          <a:xfrm>
            <a:off x="5537160" y="3455291"/>
            <a:ext cx="6400800" cy="2706275"/>
          </a:xfrm>
          <a:prstGeom prst="rect">
            <a:avLst/>
          </a:prstGeom>
          <a:solidFill>
            <a:srgbClr val="FFFFFF"/>
          </a:solidFill>
          <a:ln w="36720" cap="rnd">
            <a:solidFill>
              <a:srgbClr val="3465A4"/>
            </a:solidFill>
            <a:round/>
          </a:ln>
        </p:spPr>
        <p:style>
          <a:lnRef idx="0">
            <a:scrgbClr r="0" g="0" b="0"/>
          </a:lnRef>
          <a:fillRef idx="0">
            <a:scrgbClr r="0" g="0" b="0"/>
          </a:fillRef>
          <a:effectRef idx="0">
            <a:scrgbClr r="0" g="0" b="0"/>
          </a:effectRef>
          <a:fontRef idx="minor"/>
        </p:style>
        <p:txBody>
          <a:bodyPr lIns="108360" tIns="63360" rIns="108360" bIns="63360" anchor="t">
            <a:noAutofit/>
          </a:bodyPr>
          <a:lstStyle/>
          <a:p>
            <a:pPr>
              <a:lnSpc>
                <a:spcPct val="100000"/>
              </a:lnSpc>
            </a:pPr>
            <a:r>
              <a:rPr lang="en-US" sz="2600" b="1" u="sng" dirty="0">
                <a:solidFill>
                  <a:srgbClr val="2A6099"/>
                </a:solidFill>
                <a:latin typeface="Nimbus Roman"/>
              </a:rPr>
              <a:t>Strategies for overcoming these challenges</a:t>
            </a:r>
            <a:r>
              <a:rPr lang="en-US" sz="2600" b="1" u="sng" strike="noStrike" dirty="0">
                <a:solidFill>
                  <a:srgbClr val="2A6099"/>
                </a:solidFill>
                <a:effectLst/>
                <a:uFillTx/>
                <a:latin typeface="Nimbus Roman"/>
              </a:rPr>
              <a:t>:</a:t>
            </a:r>
          </a:p>
          <a:p>
            <a:pPr>
              <a:lnSpc>
                <a:spcPct val="100000"/>
              </a:lnSpc>
            </a:pPr>
            <a:r>
              <a:rPr lang="en-US" sz="1600" b="1" strike="noStrike" dirty="0">
                <a:effectLst/>
                <a:uFillTx/>
                <a:latin typeface="Nimbus Roman"/>
              </a:rPr>
              <a:t>Data Quality: </a:t>
            </a:r>
            <a:r>
              <a:rPr lang="en-US" sz="1600" strike="noStrike" dirty="0">
                <a:effectLst/>
                <a:uFillTx/>
                <a:latin typeface="Nimbus Roman"/>
              </a:rPr>
              <a:t>Validate downloads with GDAC checksums; use </a:t>
            </a:r>
            <a:r>
              <a:rPr lang="en-US" sz="1600" strike="noStrike" dirty="0" err="1">
                <a:effectLst/>
                <a:uFillTx/>
                <a:latin typeface="Nimbus Roman"/>
              </a:rPr>
              <a:t>argopy</a:t>
            </a:r>
            <a:r>
              <a:rPr lang="en-US" sz="1600" strike="noStrike" dirty="0">
                <a:effectLst/>
                <a:uFillTx/>
                <a:latin typeface="Nimbus Roman"/>
              </a:rPr>
              <a:t> for reliable access and fallback to local backups.</a:t>
            </a:r>
          </a:p>
          <a:p>
            <a:pPr>
              <a:lnSpc>
                <a:spcPct val="100000"/>
              </a:lnSpc>
            </a:pPr>
            <a:r>
              <a:rPr lang="en-US" sz="1600" b="1" strike="noStrike" dirty="0">
                <a:effectLst/>
                <a:uFillTx/>
                <a:latin typeface="Nimbus Roman"/>
              </a:rPr>
              <a:t>Performance: </a:t>
            </a:r>
            <a:r>
              <a:rPr lang="en-US" sz="1600" strike="noStrike" dirty="0">
                <a:effectLst/>
                <a:uFillTx/>
                <a:latin typeface="Nimbus Roman"/>
              </a:rPr>
              <a:t>Optimize FAISS indexing, use Dask for Parquet, and scale to cloud if needed . </a:t>
            </a:r>
          </a:p>
          <a:p>
            <a:pPr>
              <a:lnSpc>
                <a:spcPct val="100000"/>
              </a:lnSpc>
            </a:pPr>
            <a:r>
              <a:rPr lang="en-US" sz="1600" b="1" strike="noStrike" dirty="0">
                <a:effectLst/>
                <a:uFillTx/>
                <a:latin typeface="Nimbus Roman"/>
              </a:rPr>
              <a:t>PremSQL</a:t>
            </a:r>
            <a:r>
              <a:rPr lang="en-US" sz="1600" b="1" dirty="0">
                <a:latin typeface="Nimbus Roman"/>
              </a:rPr>
              <a:t> </a:t>
            </a:r>
            <a:r>
              <a:rPr lang="en-US" sz="1600" b="1" strike="noStrike" dirty="0">
                <a:effectLst/>
                <a:uFillTx/>
                <a:latin typeface="Nimbus Roman"/>
              </a:rPr>
              <a:t>Accuracy: </a:t>
            </a:r>
            <a:r>
              <a:rPr lang="en-US" sz="1600" strike="noStrike" dirty="0">
                <a:effectLst/>
                <a:uFillTx/>
                <a:latin typeface="Nimbus Roman"/>
              </a:rPr>
              <a:t>Test SQL against known data, provide detailed schema context, and implement query validation. Also, can change the model to granite 20B for more accuracy (but hardware constraints remain)</a:t>
            </a:r>
            <a:r>
              <a:rPr lang="en-US" sz="1600" b="1" strike="noStrike" dirty="0">
                <a:effectLst/>
                <a:uFillTx/>
                <a:latin typeface="Nimbus Roman"/>
              </a:rPr>
              <a:t> Scalability: </a:t>
            </a:r>
            <a:r>
              <a:rPr lang="en-US" sz="1600" strike="noStrike" dirty="0">
                <a:effectLst/>
                <a:uFillTx/>
                <a:latin typeface="Nimbus Roman"/>
              </a:rPr>
              <a:t>Start with PoC subset, design modular code, and plan cloud migration for global deployment.</a:t>
            </a:r>
            <a:endParaRPr lang="en-US" sz="1600" b="1" strike="noStrike" dirty="0">
              <a:effectLst/>
              <a:uFillTx/>
              <a:latin typeface="Nimbus Roman"/>
            </a:endParaRPr>
          </a:p>
        </p:txBody>
      </p:sp>
      <p:sp>
        <p:nvSpPr>
          <p:cNvPr id="5" name="Oval 9" descr="Your startup LOGO">
            <a:extLst>
              <a:ext uri="{FF2B5EF4-FFF2-40B4-BE49-F238E27FC236}">
                <a16:creationId xmlns:a16="http://schemas.microsoft.com/office/drawing/2014/main" id="{FD28D96B-09E9-F0BF-7D8A-033CECEC593E}"/>
              </a:ext>
            </a:extLst>
          </p:cNvPr>
          <p:cNvSpPr/>
          <p:nvPr/>
        </p:nvSpPr>
        <p:spPr>
          <a:xfrm>
            <a:off x="329760" y="252360"/>
            <a:ext cx="1484292" cy="80676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US" b="1" dirty="0">
                <a:solidFill>
                  <a:schemeClr val="dk1"/>
                </a:solidFill>
                <a:latin typeface="Calibri"/>
                <a:ea typeface="ＭＳ Ｐゴシック"/>
              </a:rPr>
              <a:t>Team OG</a:t>
            </a:r>
            <a:endParaRPr lang="en-US" sz="1800" b="1" u="none" strike="noStrike" dirty="0">
              <a:solidFill>
                <a:srgbClr val="000000"/>
              </a:solidFill>
              <a:effectLst/>
              <a:uFillTx/>
              <a:latin typeface="Nimbus Roman"/>
            </a:endParaRPr>
          </a:p>
        </p:txBody>
      </p:sp>
      <p:sp>
        <p:nvSpPr>
          <p:cNvPr id="6" name="Rectangle: Rounded Corners 5">
            <a:extLst>
              <a:ext uri="{FF2B5EF4-FFF2-40B4-BE49-F238E27FC236}">
                <a16:creationId xmlns:a16="http://schemas.microsoft.com/office/drawing/2014/main" id="{57AF8C10-0D47-7230-C188-6233E57566E7}"/>
              </a:ext>
            </a:extLst>
          </p:cNvPr>
          <p:cNvSpPr/>
          <p:nvPr/>
        </p:nvSpPr>
        <p:spPr>
          <a:xfrm>
            <a:off x="142438" y="1089204"/>
            <a:ext cx="5025025" cy="1260351"/>
          </a:xfrm>
          <a:prstGeom prst="roundRect">
            <a:avLst/>
          </a:prstGeom>
          <a:solidFill>
            <a:srgbClr val="FFC000">
              <a:alpha val="50000"/>
            </a:srgbClr>
          </a:solidFill>
          <a:ln>
            <a:solidFill>
              <a:schemeClr val="tx1"/>
            </a:solidFill>
          </a:ln>
          <a:effectLst/>
        </p:spPr>
        <p:style>
          <a:lnRef idx="0">
            <a:scrgbClr r="0" g="0" b="0"/>
          </a:lnRef>
          <a:fillRef idx="0">
            <a:scrgbClr r="0" g="0" b="0"/>
          </a:fillRef>
          <a:effectRef idx="0">
            <a:scrgbClr r="0" g="0" b="0"/>
          </a:effectRef>
          <a:fontRef idx="minor">
            <a:schemeClr val="lt1"/>
          </a:fontRef>
        </p:style>
        <p:txBody>
          <a:bodyPr rtlCol="0" anchor="ctr"/>
          <a:lstStyle/>
          <a:p>
            <a:pPr algn="ctr"/>
            <a:r>
              <a:rPr lang="en-IN" sz="1400" b="1" dirty="0">
                <a:solidFill>
                  <a:schemeClr val="tx1"/>
                </a:solidFill>
              </a:rPr>
              <a:t>Technical Feasibility</a:t>
            </a:r>
            <a:br>
              <a:rPr lang="en-IN" sz="1400" dirty="0">
                <a:solidFill>
                  <a:schemeClr val="tx1"/>
                </a:solidFill>
              </a:rPr>
            </a:br>
            <a:r>
              <a:rPr lang="en-IN" sz="1350" dirty="0">
                <a:solidFill>
                  <a:schemeClr val="tx1"/>
                </a:solidFill>
              </a:rPr>
              <a:t>The solution leverages existing AI/ML(</a:t>
            </a:r>
            <a:r>
              <a:rPr lang="en-IN" sz="1350" dirty="0" err="1">
                <a:solidFill>
                  <a:schemeClr val="tx1"/>
                </a:solidFill>
              </a:rPr>
              <a:t>PremSQL,Gemine</a:t>
            </a:r>
            <a:r>
              <a:rPr lang="en-IN" sz="1350" dirty="0">
                <a:solidFill>
                  <a:schemeClr val="tx1"/>
                </a:solidFill>
              </a:rPr>
              <a:t>) models and proven components, including vector databases (FAISS/Chroma), and visualization frameworks (</a:t>
            </a:r>
            <a:r>
              <a:rPr lang="en-IN" sz="1350" dirty="0" err="1">
                <a:solidFill>
                  <a:schemeClr val="tx1"/>
                </a:solidFill>
              </a:rPr>
              <a:t>Plotly</a:t>
            </a:r>
            <a:r>
              <a:rPr lang="en-IN" sz="1350" dirty="0">
                <a:solidFill>
                  <a:schemeClr val="tx1"/>
                </a:solidFill>
              </a:rPr>
              <a:t>, </a:t>
            </a:r>
            <a:r>
              <a:rPr lang="en-IN" sz="1350" dirty="0" err="1">
                <a:solidFill>
                  <a:schemeClr val="tx1"/>
                </a:solidFill>
              </a:rPr>
              <a:t>Streamlit</a:t>
            </a:r>
            <a:r>
              <a:rPr lang="en-IN" sz="1350" dirty="0">
                <a:solidFill>
                  <a:schemeClr val="tx1"/>
                </a:solidFill>
              </a:rPr>
              <a:t>). With validated technologies and low integration risk, the system is reliable, scalable and straightforward to implement.</a:t>
            </a:r>
          </a:p>
        </p:txBody>
      </p:sp>
      <p:sp>
        <p:nvSpPr>
          <p:cNvPr id="10" name="Rectangle: Rounded Corners 9">
            <a:extLst>
              <a:ext uri="{FF2B5EF4-FFF2-40B4-BE49-F238E27FC236}">
                <a16:creationId xmlns:a16="http://schemas.microsoft.com/office/drawing/2014/main" id="{CFE10973-A22C-C759-E581-868B472278E4}"/>
              </a:ext>
            </a:extLst>
          </p:cNvPr>
          <p:cNvSpPr/>
          <p:nvPr/>
        </p:nvSpPr>
        <p:spPr>
          <a:xfrm>
            <a:off x="142438" y="2487131"/>
            <a:ext cx="5025025" cy="901998"/>
          </a:xfrm>
          <a:prstGeom prst="roundRect">
            <a:avLst/>
          </a:prstGeom>
          <a:solidFill>
            <a:srgbClr val="92D050">
              <a:alpha val="50000"/>
            </a:srgbClr>
          </a:solidFill>
          <a:ln>
            <a:solidFill>
              <a:schemeClr val="tx1"/>
            </a:solidFill>
          </a:ln>
          <a:effectLst/>
        </p:spPr>
        <p:style>
          <a:lnRef idx="0">
            <a:scrgbClr r="0" g="0" b="0"/>
          </a:lnRef>
          <a:fillRef idx="0">
            <a:scrgbClr r="0" g="0" b="0"/>
          </a:fillRef>
          <a:effectRef idx="0">
            <a:scrgbClr r="0" g="0" b="0"/>
          </a:effectRef>
          <a:fontRef idx="minor">
            <a:schemeClr val="lt1"/>
          </a:fontRef>
        </p:style>
        <p:txBody>
          <a:bodyPr rtlCol="0" anchor="ctr"/>
          <a:lstStyle/>
          <a:p>
            <a:pPr algn="ctr"/>
            <a:r>
              <a:rPr lang="en-IN" sz="1400" b="1" dirty="0">
                <a:solidFill>
                  <a:schemeClr val="tx1"/>
                </a:solidFill>
              </a:rPr>
              <a:t>Market Feasibility</a:t>
            </a:r>
            <a:br>
              <a:rPr lang="en-IN" sz="1400" dirty="0">
                <a:solidFill>
                  <a:schemeClr val="tx1"/>
                </a:solidFill>
              </a:rPr>
            </a:br>
            <a:r>
              <a:rPr lang="en-US" sz="1350" dirty="0">
                <a:solidFill>
                  <a:schemeClr val="tx1"/>
                </a:solidFill>
              </a:rPr>
              <a:t>With ~34,000 researchers and ~9,400 institutions working in marine/ocean sciences worldwide, the system has a large potential user base especially in academia, government, and research bodies.</a:t>
            </a:r>
            <a:endParaRPr lang="en-IN" sz="1350" dirty="0">
              <a:solidFill>
                <a:schemeClr val="tx1"/>
              </a:solidFill>
            </a:endParaRPr>
          </a:p>
        </p:txBody>
      </p:sp>
      <p:sp>
        <p:nvSpPr>
          <p:cNvPr id="11" name="Rectangle: Rounded Corners 10">
            <a:extLst>
              <a:ext uri="{FF2B5EF4-FFF2-40B4-BE49-F238E27FC236}">
                <a16:creationId xmlns:a16="http://schemas.microsoft.com/office/drawing/2014/main" id="{98A4B3DE-D434-70D1-BF7D-4C181ED0A020}"/>
              </a:ext>
            </a:extLst>
          </p:cNvPr>
          <p:cNvSpPr/>
          <p:nvPr/>
        </p:nvSpPr>
        <p:spPr>
          <a:xfrm>
            <a:off x="142437" y="4967633"/>
            <a:ext cx="5025025" cy="1302487"/>
          </a:xfrm>
          <a:prstGeom prst="roundRect">
            <a:avLst/>
          </a:prstGeom>
          <a:solidFill>
            <a:schemeClr val="accent4">
              <a:lumMod val="60000"/>
              <a:lumOff val="40000"/>
              <a:alpha val="50000"/>
            </a:schemeClr>
          </a:solidFill>
          <a:ln>
            <a:solidFill>
              <a:schemeClr val="tx1"/>
            </a:solidFill>
          </a:ln>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sz="1350" b="1" dirty="0">
                <a:solidFill>
                  <a:schemeClr val="tx1"/>
                </a:solidFill>
              </a:rPr>
              <a:t>Financial Feasibility</a:t>
            </a:r>
            <a:br>
              <a:rPr lang="en-US" sz="1350" dirty="0">
                <a:solidFill>
                  <a:schemeClr val="tx1"/>
                </a:solidFill>
              </a:rPr>
            </a:br>
            <a:r>
              <a:rPr lang="en-US" sz="1400" dirty="0">
                <a:solidFill>
                  <a:srgbClr val="000000"/>
                </a:solidFill>
                <a:latin typeface="Nimbus Roman"/>
              </a:rPr>
              <a:t>Freely accessible Argo data (GDACs) and open-source libraries reduce costs </a:t>
            </a:r>
            <a:r>
              <a:rPr lang="en-US" sz="1350" dirty="0">
                <a:solidFill>
                  <a:schemeClr val="tx1"/>
                </a:solidFill>
              </a:rPr>
              <a:t>and open-source tools for storage and visualization. We only require basic cloud deployment. The main cost is running LLMs, but this can be reduced by using smaller open-source or fine-tuned models, keeping the solution sustainable and scalable.</a:t>
            </a:r>
            <a:endParaRPr lang="en-IN" sz="1350" dirty="0">
              <a:solidFill>
                <a:schemeClr val="tx1"/>
              </a:solidFill>
            </a:endParaRPr>
          </a:p>
        </p:txBody>
      </p:sp>
      <p:sp>
        <p:nvSpPr>
          <p:cNvPr id="12" name="Rectangle: Rounded Corners 11">
            <a:extLst>
              <a:ext uri="{FF2B5EF4-FFF2-40B4-BE49-F238E27FC236}">
                <a16:creationId xmlns:a16="http://schemas.microsoft.com/office/drawing/2014/main" id="{E062F723-0285-E126-1BBB-30C0BF081904}"/>
              </a:ext>
            </a:extLst>
          </p:cNvPr>
          <p:cNvSpPr/>
          <p:nvPr/>
        </p:nvSpPr>
        <p:spPr>
          <a:xfrm>
            <a:off x="142438" y="3530208"/>
            <a:ext cx="5025025" cy="1289008"/>
          </a:xfrm>
          <a:prstGeom prst="roundRect">
            <a:avLst/>
          </a:prstGeom>
          <a:solidFill>
            <a:schemeClr val="accent4">
              <a:lumMod val="60000"/>
              <a:lumOff val="40000"/>
              <a:alpha val="50000"/>
            </a:schemeClr>
          </a:solidFill>
          <a:ln>
            <a:solidFill>
              <a:schemeClr val="tx1"/>
            </a:solidFill>
          </a:ln>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sz="1350" b="1" dirty="0">
                <a:solidFill>
                  <a:schemeClr val="tx1"/>
                </a:solidFill>
              </a:rPr>
              <a:t>Operational Feasibility</a:t>
            </a:r>
            <a:br>
              <a:rPr lang="en-US" sz="1350" dirty="0">
                <a:solidFill>
                  <a:schemeClr val="tx1"/>
                </a:solidFill>
              </a:rPr>
            </a:br>
            <a:r>
              <a:rPr lang="en-US" sz="1350" dirty="0">
                <a:solidFill>
                  <a:schemeClr val="tx1"/>
                </a:solidFill>
              </a:rPr>
              <a:t>Deployment is simple via cloud or local servers, and the system requires minimal user training due to its natural language interface. Updating embeddings and databases with new ARGO data is straightforward, and the modular design ensures easy maintenance and future expansion.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
          <p:cNvSpPr/>
          <p:nvPr/>
        </p:nvSpPr>
        <p:spPr>
          <a:xfrm>
            <a:off x="0" y="6354720"/>
            <a:ext cx="12191400" cy="502560"/>
          </a:xfrm>
          <a:prstGeom prst="rect">
            <a:avLst/>
          </a:prstGeom>
          <a:solidFill>
            <a:srgbClr val="0070C0"/>
          </a:solidFill>
          <a:ln w="9525">
            <a:noFill/>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457200">
              <a:lnSpc>
                <a:spcPct val="100000"/>
              </a:lnSpc>
              <a:tabLst>
                <a:tab pos="0" algn="l"/>
              </a:tabLst>
            </a:pPr>
            <a:endParaRPr lang="en-US" sz="1800" b="0" u="none" strike="noStrike">
              <a:solidFill>
                <a:srgbClr val="953735"/>
              </a:solidFill>
              <a:effectLst/>
              <a:uFillTx/>
              <a:latin typeface="Calibri"/>
              <a:ea typeface="ＭＳ Ｐゴシック"/>
            </a:endParaRPr>
          </a:p>
        </p:txBody>
      </p:sp>
      <p:sp>
        <p:nvSpPr>
          <p:cNvPr id="99" name="PlaceHolder 1"/>
          <p:cNvSpPr>
            <a:spLocks noGrp="1"/>
          </p:cNvSpPr>
          <p:nvPr>
            <p:ph type="title"/>
          </p:nvPr>
        </p:nvSpPr>
        <p:spPr>
          <a:xfrm>
            <a:off x="609480" y="-47520"/>
            <a:ext cx="10972080" cy="114228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3600" b="1" u="none" strike="noStrike">
                <a:solidFill>
                  <a:schemeClr val="dk1"/>
                </a:solidFill>
                <a:effectLst/>
                <a:uFillTx/>
                <a:latin typeface="Times New Roman"/>
                <a:ea typeface="ＭＳ Ｐゴシック"/>
              </a:rPr>
              <a:t>IMPACT AND BENEFITS</a:t>
            </a:r>
            <a:endParaRPr lang="en-US" sz="3600" b="0" u="none" strike="noStrike">
              <a:solidFill>
                <a:srgbClr val="000000"/>
              </a:solidFill>
              <a:effectLst/>
              <a:uFillTx/>
              <a:latin typeface="Nimbus Roman"/>
            </a:endParaRPr>
          </a:p>
        </p:txBody>
      </p:sp>
      <p:sp>
        <p:nvSpPr>
          <p:cNvPr id="101" name="PlaceHolder 2"/>
          <p:cNvSpPr>
            <a:spLocks noGrp="1"/>
          </p:cNvSpPr>
          <p:nvPr>
            <p:ph type="sldNum" idx="43"/>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u="none" strike="noStrike">
                <a:solidFill>
                  <a:srgbClr val="FFFFFF"/>
                </a:solidFill>
                <a:effectLst/>
                <a:uFillTx/>
                <a:latin typeface="TradeGothic"/>
                <a:ea typeface="ＭＳ Ｐゴシック"/>
              </a:defRPr>
            </a:lvl1pPr>
          </a:lstStyle>
          <a:p>
            <a:pPr indent="0" algn="r" defTabSz="457200">
              <a:lnSpc>
                <a:spcPct val="100000"/>
              </a:lnSpc>
              <a:buNone/>
              <a:tabLst>
                <a:tab pos="0" algn="l"/>
              </a:tabLst>
            </a:pPr>
            <a:fld id="{A8678F89-5D1C-495D-AEF4-4E310E3F01F2}" type="slidenum">
              <a:rPr lang="en-US" sz="1200" b="1" u="none" strike="noStrike">
                <a:solidFill>
                  <a:srgbClr val="FFFFFF"/>
                </a:solidFill>
                <a:effectLst/>
                <a:uFillTx/>
                <a:latin typeface="TradeGothic"/>
                <a:ea typeface="ＭＳ Ｐゴシック"/>
              </a:rPr>
              <a:t>5</a:t>
            </a:fld>
            <a:endParaRPr lang="en-US" sz="1200" b="0" u="none" strike="noStrike">
              <a:solidFill>
                <a:srgbClr val="000000"/>
              </a:solidFill>
              <a:effectLst/>
              <a:uFillTx/>
              <a:latin typeface="Nimbus Roman"/>
            </a:endParaRPr>
          </a:p>
        </p:txBody>
      </p:sp>
      <p:sp>
        <p:nvSpPr>
          <p:cNvPr id="102" name="PlaceHolder 3"/>
          <p:cNvSpPr>
            <a:spLocks noGrp="1"/>
          </p:cNvSpPr>
          <p:nvPr>
            <p:ph type="ftr" idx="44"/>
          </p:nvPr>
        </p:nvSpPr>
        <p:spPr>
          <a:xfrm>
            <a:off x="4648320" y="6356520"/>
            <a:ext cx="320328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rgbClr val="FFFFFF"/>
                </a:solidFill>
                <a:effectLst/>
                <a:uFillTx/>
                <a:latin typeface="TradeGothic"/>
              </a:defRPr>
            </a:lvl1pPr>
          </a:lstStyle>
          <a:p>
            <a:pPr indent="0" algn="ctr" defTabSz="457200">
              <a:lnSpc>
                <a:spcPct val="100000"/>
              </a:lnSpc>
              <a:buNone/>
              <a:tabLst>
                <a:tab pos="0" algn="l"/>
              </a:tabLst>
            </a:pPr>
            <a:r>
              <a:rPr lang="en-US" sz="1200" b="0" u="none" strike="noStrike" dirty="0">
                <a:solidFill>
                  <a:srgbClr val="FFFFFF"/>
                </a:solidFill>
                <a:effectLst/>
                <a:uFillTx/>
                <a:latin typeface="TradeGothic"/>
              </a:rPr>
              <a:t>@SIH Idea submission</a:t>
            </a:r>
            <a:endParaRPr lang="en-US" sz="1200" b="0" u="none" strike="noStrike" dirty="0">
              <a:solidFill>
                <a:srgbClr val="000000"/>
              </a:solidFill>
              <a:effectLst/>
              <a:uFillTx/>
              <a:latin typeface="Nimbus Roman"/>
            </a:endParaRPr>
          </a:p>
        </p:txBody>
      </p:sp>
      <p:pic>
        <p:nvPicPr>
          <p:cNvPr id="104" name="Picture 2" descr="https://www.sih.gov.in/img1/SIH-Logo.png"/>
          <p:cNvPicPr/>
          <p:nvPr/>
        </p:nvPicPr>
        <p:blipFill>
          <a:blip r:embed="rId3"/>
          <a:stretch/>
        </p:blipFill>
        <p:spPr>
          <a:xfrm>
            <a:off x="9841320" y="57240"/>
            <a:ext cx="2208240" cy="1122120"/>
          </a:xfrm>
          <a:prstGeom prst="rect">
            <a:avLst/>
          </a:prstGeom>
          <a:noFill/>
          <a:ln w="0">
            <a:noFill/>
          </a:ln>
        </p:spPr>
      </p:pic>
      <p:sp>
        <p:nvSpPr>
          <p:cNvPr id="2" name="Rectangle 1">
            <a:extLst>
              <a:ext uri="{FF2B5EF4-FFF2-40B4-BE49-F238E27FC236}">
                <a16:creationId xmlns:a16="http://schemas.microsoft.com/office/drawing/2014/main" id="{7061654C-1383-2E9C-8700-D045C1904487}"/>
              </a:ext>
            </a:extLst>
          </p:cNvPr>
          <p:cNvSpPr/>
          <p:nvPr/>
        </p:nvSpPr>
        <p:spPr>
          <a:xfrm>
            <a:off x="722671" y="1355625"/>
            <a:ext cx="5181120" cy="4702587"/>
          </a:xfrm>
          <a:prstGeom prst="rect">
            <a:avLst/>
          </a:prstGeom>
          <a:solidFill>
            <a:srgbClr val="FFFFFF"/>
          </a:solidFill>
          <a:ln w="36720">
            <a:solidFill>
              <a:srgbClr val="3465A4"/>
            </a:solidFill>
            <a:round/>
          </a:ln>
        </p:spPr>
        <p:style>
          <a:lnRef idx="0">
            <a:scrgbClr r="0" g="0" b="0"/>
          </a:lnRef>
          <a:fillRef idx="0">
            <a:scrgbClr r="0" g="0" b="0"/>
          </a:fillRef>
          <a:effectRef idx="0">
            <a:scrgbClr r="0" g="0" b="0"/>
          </a:effectRef>
          <a:fontRef idx="minor"/>
        </p:style>
        <p:txBody>
          <a:bodyPr lIns="108360" tIns="63360" rIns="108360" bIns="63360" anchor="ctr">
            <a:noAutofit/>
          </a:bodyPr>
          <a:lstStyle/>
          <a:p>
            <a:r>
              <a:rPr lang="en-US" sz="2800" b="1" u="sng" dirty="0">
                <a:solidFill>
                  <a:srgbClr val="2A6099"/>
                </a:solidFill>
                <a:latin typeface="Nimbus Roman"/>
              </a:rPr>
              <a:t>Potential Impact on Target Audience:</a:t>
            </a:r>
          </a:p>
          <a:p>
            <a:r>
              <a:rPr lang="en-US" b="1" dirty="0">
                <a:latin typeface="Nimbus Roman"/>
              </a:rPr>
              <a:t>Policymakers: </a:t>
            </a:r>
            <a:r>
              <a:rPr lang="en-US" dirty="0">
                <a:latin typeface="Nimbus Roman"/>
              </a:rPr>
              <a:t>Gain real-time ocean insights (e.g., salinity trends) for informed climate policies and disaster preparedness.</a:t>
            </a:r>
          </a:p>
          <a:p>
            <a:r>
              <a:rPr lang="en-US" b="1" dirty="0">
                <a:latin typeface="Nimbus Roman"/>
              </a:rPr>
              <a:t>Educators: </a:t>
            </a:r>
            <a:r>
              <a:rPr lang="en-US" dirty="0">
                <a:latin typeface="Nimbus Roman"/>
              </a:rPr>
              <a:t>Access interactive visualizations (e.g., depth-time plots) to enhance oceanography teaching and student engagement.</a:t>
            </a:r>
          </a:p>
          <a:p>
            <a:r>
              <a:rPr lang="en-US" b="1" dirty="0">
                <a:latin typeface="Nimbus Roman"/>
              </a:rPr>
              <a:t>General Public: </a:t>
            </a:r>
            <a:r>
              <a:rPr lang="en-US" dirty="0">
                <a:latin typeface="Nimbus Roman"/>
              </a:rPr>
              <a:t>Foster awareness of ocean health through an intuitive chatbot, bridging science and community.</a:t>
            </a:r>
          </a:p>
          <a:p>
            <a:r>
              <a:rPr lang="en-US" b="1" dirty="0">
                <a:latin typeface="Nimbus Roman"/>
              </a:rPr>
              <a:t>Researchers: </a:t>
            </a:r>
            <a:r>
              <a:rPr lang="en-US" dirty="0">
                <a:latin typeface="Nimbus Roman"/>
              </a:rPr>
              <a:t>Accelerate data exploration with natural language queries, reducing analysis time for global studies.</a:t>
            </a:r>
          </a:p>
          <a:p>
            <a:endParaRPr lang="en-US" b="1" u="none" strike="noStrike" dirty="0">
              <a:solidFill>
                <a:srgbClr val="000000"/>
              </a:solidFill>
              <a:effectLst/>
              <a:uFillTx/>
              <a:latin typeface="Nimbus Roman"/>
            </a:endParaRPr>
          </a:p>
        </p:txBody>
      </p:sp>
      <p:sp>
        <p:nvSpPr>
          <p:cNvPr id="3" name="Rectangle 2">
            <a:extLst>
              <a:ext uri="{FF2B5EF4-FFF2-40B4-BE49-F238E27FC236}">
                <a16:creationId xmlns:a16="http://schemas.microsoft.com/office/drawing/2014/main" id="{4EC4E1F9-E332-A95D-E801-4E80BB192E77}"/>
              </a:ext>
            </a:extLst>
          </p:cNvPr>
          <p:cNvSpPr/>
          <p:nvPr/>
        </p:nvSpPr>
        <p:spPr>
          <a:xfrm>
            <a:off x="6583178" y="1355625"/>
            <a:ext cx="5181119" cy="4702587"/>
          </a:xfrm>
          <a:prstGeom prst="rect">
            <a:avLst/>
          </a:prstGeom>
          <a:solidFill>
            <a:srgbClr val="FFFFFF"/>
          </a:solidFill>
          <a:ln w="36720">
            <a:solidFill>
              <a:srgbClr val="3465A4"/>
            </a:solidFill>
            <a:round/>
          </a:ln>
        </p:spPr>
        <p:style>
          <a:lnRef idx="0">
            <a:scrgbClr r="0" g="0" b="0"/>
          </a:lnRef>
          <a:fillRef idx="0">
            <a:scrgbClr r="0" g="0" b="0"/>
          </a:fillRef>
          <a:effectRef idx="0">
            <a:scrgbClr r="0" g="0" b="0"/>
          </a:effectRef>
          <a:fontRef idx="minor"/>
        </p:style>
        <p:txBody>
          <a:bodyPr lIns="108360" tIns="63360" rIns="108360" bIns="63360" anchor="ctr">
            <a:noAutofit/>
          </a:bodyPr>
          <a:lstStyle/>
          <a:p>
            <a:r>
              <a:rPr lang="en-US" sz="2800" b="1" u="sng" strike="noStrike" dirty="0">
                <a:solidFill>
                  <a:srgbClr val="2A6099"/>
                </a:solidFill>
                <a:effectLst/>
                <a:uFillTx/>
                <a:latin typeface="Nimbus Roman"/>
              </a:rPr>
              <a:t>Benefits of the Solution:</a:t>
            </a:r>
          </a:p>
          <a:p>
            <a:r>
              <a:rPr lang="en-US" b="1" strike="noStrike" dirty="0">
                <a:effectLst/>
                <a:uFillTx/>
                <a:latin typeface="Nimbus Roman"/>
              </a:rPr>
              <a:t>Social: </a:t>
            </a:r>
            <a:r>
              <a:rPr lang="en-US" strike="noStrike" dirty="0">
                <a:effectLst/>
                <a:uFillTx/>
                <a:latin typeface="Nimbus Roman"/>
              </a:rPr>
              <a:t>Empowers non-technical users with knowledge, promoting ocean literacy and community-driven conservation efforts.</a:t>
            </a:r>
          </a:p>
          <a:p>
            <a:r>
              <a:rPr lang="en-US" b="1" strike="noStrike" dirty="0">
                <a:effectLst/>
                <a:uFillTx/>
                <a:latin typeface="Nimbus Roman"/>
              </a:rPr>
              <a:t>Economic: </a:t>
            </a:r>
            <a:r>
              <a:rPr lang="en-US" strike="noStrike" dirty="0">
                <a:effectLst/>
                <a:uFillTx/>
                <a:latin typeface="Nimbus Roman"/>
              </a:rPr>
              <a:t>Reduces costs for data analysis by automating queries, benefiting industries like fisheries and shipping.</a:t>
            </a:r>
          </a:p>
          <a:p>
            <a:r>
              <a:rPr lang="en-US" b="1" strike="noStrike" dirty="0">
                <a:effectLst/>
                <a:uFillTx/>
                <a:latin typeface="Nimbus Roman"/>
              </a:rPr>
              <a:t>Environmental: </a:t>
            </a:r>
            <a:r>
              <a:rPr lang="en-US" strike="noStrike" dirty="0">
                <a:effectLst/>
                <a:uFillTx/>
                <a:latin typeface="Nimbus Roman"/>
              </a:rPr>
              <a:t>Supports climate modeling and ecosystem protection by making Argo data actionable for mitigation strategies. </a:t>
            </a:r>
          </a:p>
          <a:p>
            <a:r>
              <a:rPr lang="en-US" b="1" strike="noStrike" dirty="0">
                <a:effectLst/>
                <a:uFillTx/>
                <a:latin typeface="Nimbus Roman"/>
              </a:rPr>
              <a:t>Technological</a:t>
            </a:r>
            <a:r>
              <a:rPr lang="en-US" strike="noStrike" dirty="0">
                <a:effectLst/>
                <a:uFillTx/>
                <a:latin typeface="Nimbus Roman"/>
              </a:rPr>
              <a:t>: Advances AI applications in oceanography, setting a scalable model for global data platforms.</a:t>
            </a:r>
          </a:p>
          <a:p>
            <a:r>
              <a:rPr lang="en-US" b="1" strike="noStrike" dirty="0">
                <a:effectLst/>
                <a:uFillTx/>
                <a:latin typeface="Nimbus Roman"/>
              </a:rPr>
              <a:t>Global Reach: </a:t>
            </a:r>
            <a:r>
              <a:rPr lang="en-US" strike="noStrike" dirty="0">
                <a:effectLst/>
                <a:uFillTx/>
                <a:latin typeface="Nimbus Roman"/>
              </a:rPr>
              <a:t>Extends benefits to developing regions (e.g., Indian Ocean nations) with free, accessible insights.</a:t>
            </a:r>
          </a:p>
        </p:txBody>
      </p:sp>
      <p:sp>
        <p:nvSpPr>
          <p:cNvPr id="4" name="Oval 9" descr="Your startup LOGO">
            <a:extLst>
              <a:ext uri="{FF2B5EF4-FFF2-40B4-BE49-F238E27FC236}">
                <a16:creationId xmlns:a16="http://schemas.microsoft.com/office/drawing/2014/main" id="{6EF762A2-A4A6-50C6-B577-6C86F1F3B384}"/>
              </a:ext>
            </a:extLst>
          </p:cNvPr>
          <p:cNvSpPr/>
          <p:nvPr/>
        </p:nvSpPr>
        <p:spPr>
          <a:xfrm>
            <a:off x="329760" y="252360"/>
            <a:ext cx="1484292" cy="80676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US" b="1" dirty="0">
                <a:solidFill>
                  <a:schemeClr val="dk1"/>
                </a:solidFill>
                <a:latin typeface="Calibri"/>
                <a:ea typeface="ＭＳ Ｐゴシック"/>
              </a:rPr>
              <a:t>Team OG</a:t>
            </a:r>
            <a:endParaRPr lang="en-US" sz="1800" b="1" u="none" strike="noStrike" dirty="0">
              <a:solidFill>
                <a:srgbClr val="000000"/>
              </a:solidFill>
              <a:effectLst/>
              <a:uFillTx/>
              <a:latin typeface="Nimbus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9"/>
          <p:cNvSpPr/>
          <p:nvPr/>
        </p:nvSpPr>
        <p:spPr>
          <a:xfrm>
            <a:off x="0" y="6354720"/>
            <a:ext cx="12191400" cy="502560"/>
          </a:xfrm>
          <a:prstGeom prst="rect">
            <a:avLst/>
          </a:prstGeom>
          <a:solidFill>
            <a:srgbClr val="0070C0"/>
          </a:solidFill>
          <a:ln w="9525">
            <a:noFill/>
          </a:ln>
          <a:effectLst>
            <a:outerShdw dist="23040" dir="5400000" rotWithShape="0">
              <a:srgbClr val="80808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457200">
              <a:lnSpc>
                <a:spcPct val="100000"/>
              </a:lnSpc>
              <a:tabLst>
                <a:tab pos="0" algn="l"/>
              </a:tabLst>
            </a:pPr>
            <a:endParaRPr lang="en-US" sz="1800" b="0" u="none" strike="noStrike">
              <a:solidFill>
                <a:srgbClr val="953735"/>
              </a:solidFill>
              <a:effectLst/>
              <a:uFillTx/>
              <a:latin typeface="Calibri"/>
              <a:ea typeface="ＭＳ Ｐゴシック"/>
            </a:endParaRPr>
          </a:p>
        </p:txBody>
      </p:sp>
      <p:sp>
        <p:nvSpPr>
          <p:cNvPr id="106" name="PlaceHolder 1"/>
          <p:cNvSpPr>
            <a:spLocks noGrp="1"/>
          </p:cNvSpPr>
          <p:nvPr>
            <p:ph type="title"/>
          </p:nvPr>
        </p:nvSpPr>
        <p:spPr>
          <a:xfrm>
            <a:off x="609480" y="-47520"/>
            <a:ext cx="10972080" cy="114228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3600" b="1" u="none" strike="noStrike">
                <a:solidFill>
                  <a:schemeClr val="dk1"/>
                </a:solidFill>
                <a:effectLst/>
                <a:uFillTx/>
                <a:latin typeface="Times New Roman"/>
                <a:ea typeface="ＭＳ Ｐゴシック"/>
              </a:rPr>
              <a:t>RESEARCH  AND REFERENCES</a:t>
            </a:r>
            <a:endParaRPr lang="en-US" sz="3600" b="0" u="none" strike="noStrike">
              <a:solidFill>
                <a:srgbClr val="000000"/>
              </a:solidFill>
              <a:effectLst/>
              <a:uFillTx/>
              <a:latin typeface="Nimbus Roman"/>
            </a:endParaRPr>
          </a:p>
        </p:txBody>
      </p:sp>
      <p:sp>
        <p:nvSpPr>
          <p:cNvPr id="107" name="TextBox 8"/>
          <p:cNvSpPr/>
          <p:nvPr/>
        </p:nvSpPr>
        <p:spPr>
          <a:xfrm>
            <a:off x="673920" y="1540080"/>
            <a:ext cx="9384480" cy="5692412"/>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algn="just" defTabSz="457200">
              <a:lnSpc>
                <a:spcPct val="100000"/>
              </a:lnSpc>
              <a:buClr>
                <a:srgbClr val="000000"/>
              </a:buClr>
              <a:buFont typeface="Arial"/>
              <a:buChar char="•"/>
            </a:pPr>
            <a:r>
              <a:rPr lang="en-US" sz="2800" b="0" u="none" strike="noStrike" dirty="0">
                <a:solidFill>
                  <a:srgbClr val="000000"/>
                </a:solidFill>
                <a:effectLst/>
                <a:uFillTx/>
                <a:latin typeface="Arial"/>
                <a:ea typeface="ＭＳ Ｐゴシック"/>
              </a:rPr>
              <a:t>Sources we’ve referred to:</a:t>
            </a:r>
          </a:p>
          <a:p>
            <a:pPr marL="514350" indent="-514350" algn="just" defTabSz="457200">
              <a:lnSpc>
                <a:spcPct val="100000"/>
              </a:lnSpc>
              <a:buClr>
                <a:srgbClr val="000000"/>
              </a:buClr>
              <a:buAutoNum type="arabicParenR"/>
            </a:pPr>
            <a:r>
              <a:rPr lang="en-US" sz="2800" dirty="0">
                <a:solidFill>
                  <a:srgbClr val="000000"/>
                </a:solidFill>
                <a:latin typeface="Nimbus Roman"/>
                <a:hlinkClick r:id="rId3"/>
              </a:rPr>
              <a:t>https://yale-lily.github.io/spider</a:t>
            </a:r>
            <a:endParaRPr lang="en-US" sz="2800" dirty="0">
              <a:solidFill>
                <a:srgbClr val="000000"/>
              </a:solidFill>
              <a:latin typeface="Nimbus Roman"/>
            </a:endParaRPr>
          </a:p>
          <a:p>
            <a:pPr marL="514350" indent="-514350" algn="just" defTabSz="457200">
              <a:lnSpc>
                <a:spcPct val="100000"/>
              </a:lnSpc>
              <a:buClr>
                <a:srgbClr val="000000"/>
              </a:buClr>
              <a:buAutoNum type="arabicParenR"/>
            </a:pPr>
            <a:r>
              <a:rPr lang="en-US" sz="2800" dirty="0">
                <a:solidFill>
                  <a:srgbClr val="000000"/>
                </a:solidFill>
                <a:latin typeface="Nimbus Roman"/>
                <a:hlinkClick r:id="rId4"/>
              </a:rPr>
              <a:t>https://github.com/premAI-io/premsql</a:t>
            </a:r>
            <a:endParaRPr lang="en-US" sz="2800" dirty="0">
              <a:solidFill>
                <a:srgbClr val="000000"/>
              </a:solidFill>
              <a:latin typeface="Nimbus Roman"/>
            </a:endParaRPr>
          </a:p>
          <a:p>
            <a:pPr marL="514350" indent="-514350" algn="just" defTabSz="457200">
              <a:lnSpc>
                <a:spcPct val="100000"/>
              </a:lnSpc>
              <a:buClr>
                <a:srgbClr val="000000"/>
              </a:buClr>
              <a:buAutoNum type="arabicParenR"/>
            </a:pPr>
            <a:r>
              <a:rPr lang="en-US" sz="2800" dirty="0">
                <a:solidFill>
                  <a:srgbClr val="000000"/>
                </a:solidFill>
                <a:latin typeface="Nimbus Roman"/>
                <a:hlinkClick r:id="rId5"/>
              </a:rPr>
              <a:t>https://developer.ibm.com/tutorials/awb-text-to-sql-using-llms/</a:t>
            </a:r>
            <a:endParaRPr lang="en-US" sz="2800" dirty="0">
              <a:solidFill>
                <a:srgbClr val="000000"/>
              </a:solidFill>
              <a:latin typeface="Nimbus Roman"/>
            </a:endParaRPr>
          </a:p>
          <a:p>
            <a:pPr marL="514350" indent="-514350" algn="just" defTabSz="457200">
              <a:lnSpc>
                <a:spcPct val="100000"/>
              </a:lnSpc>
              <a:buClr>
                <a:srgbClr val="000000"/>
              </a:buClr>
              <a:buAutoNum type="arabicParenR"/>
            </a:pPr>
            <a:r>
              <a:rPr lang="en-US" sz="2800" dirty="0">
                <a:solidFill>
                  <a:srgbClr val="000000"/>
                </a:solidFill>
                <a:latin typeface="Nimbus Roman"/>
                <a:hlinkClick r:id="rId6"/>
              </a:rPr>
              <a:t>https://arxiv.org/abs/2208.13629</a:t>
            </a:r>
            <a:endParaRPr lang="en-US" sz="2800" dirty="0">
              <a:solidFill>
                <a:srgbClr val="000000"/>
              </a:solidFill>
              <a:latin typeface="Nimbus Roman"/>
            </a:endParaRPr>
          </a:p>
          <a:p>
            <a:pPr marL="514350" indent="-514350" algn="just" defTabSz="457200">
              <a:lnSpc>
                <a:spcPct val="100000"/>
              </a:lnSpc>
              <a:buClr>
                <a:srgbClr val="000000"/>
              </a:buClr>
              <a:buAutoNum type="arabicParenR"/>
            </a:pPr>
            <a:r>
              <a:rPr lang="en-US" sz="2800" dirty="0">
                <a:solidFill>
                  <a:srgbClr val="000000"/>
                </a:solidFill>
                <a:latin typeface="Nimbus Roman"/>
                <a:hlinkClick r:id="rId7"/>
              </a:rPr>
              <a:t>https://nrlgodae1.nrlmry.navy.mil/ftp/outgoing/argo/</a:t>
            </a:r>
            <a:endParaRPr lang="en-US" sz="2800" dirty="0">
              <a:solidFill>
                <a:srgbClr val="000000"/>
              </a:solidFill>
              <a:latin typeface="Nimbus Roman"/>
            </a:endParaRPr>
          </a:p>
          <a:p>
            <a:pPr marL="514350" indent="-514350" algn="just" defTabSz="457200">
              <a:lnSpc>
                <a:spcPct val="100000"/>
              </a:lnSpc>
              <a:buClr>
                <a:srgbClr val="000000"/>
              </a:buClr>
              <a:buAutoNum type="arabicParenR"/>
            </a:pPr>
            <a:r>
              <a:rPr lang="en-US" sz="2800" dirty="0">
                <a:solidFill>
                  <a:srgbClr val="000000"/>
                </a:solidFill>
                <a:latin typeface="Nimbus Roman"/>
                <a:hlinkClick r:id="rId8"/>
              </a:rPr>
              <a:t>https://oneargo-user-manual-a1e33f.gitlab-pages.ifremer.fr/chapter2.html</a:t>
            </a:r>
            <a:endParaRPr lang="en-US" sz="2800" dirty="0">
              <a:solidFill>
                <a:srgbClr val="000000"/>
              </a:solidFill>
              <a:latin typeface="Nimbus Roman"/>
            </a:endParaRPr>
          </a:p>
          <a:p>
            <a:pPr marL="514350" indent="-514350" algn="just" defTabSz="457200">
              <a:lnSpc>
                <a:spcPct val="100000"/>
              </a:lnSpc>
              <a:buClr>
                <a:srgbClr val="000000"/>
              </a:buClr>
              <a:buAutoNum type="arabicParenR"/>
            </a:pPr>
            <a:r>
              <a:rPr lang="en-US" sz="2800" dirty="0">
                <a:solidFill>
                  <a:srgbClr val="000000"/>
                </a:solidFill>
                <a:latin typeface="Nimbus Roman"/>
                <a:hlinkClick r:id="rId9"/>
              </a:rPr>
              <a:t>https://www.notion.so/27ae2b03125c80698efad070c8b1f584?source=copy_link</a:t>
            </a:r>
            <a:endParaRPr lang="en-US" sz="2800" dirty="0">
              <a:solidFill>
                <a:srgbClr val="000000"/>
              </a:solidFill>
              <a:latin typeface="Nimbus Roman"/>
            </a:endParaRPr>
          </a:p>
          <a:p>
            <a:pPr marL="514350" indent="-514350" algn="just" defTabSz="457200">
              <a:lnSpc>
                <a:spcPct val="100000"/>
              </a:lnSpc>
              <a:buClr>
                <a:srgbClr val="000000"/>
              </a:buClr>
              <a:buAutoNum type="arabicParenR"/>
            </a:pPr>
            <a:endParaRPr lang="en-US" sz="2800" dirty="0">
              <a:solidFill>
                <a:srgbClr val="000000"/>
              </a:solidFill>
              <a:latin typeface="Nimbus Roman"/>
            </a:endParaRPr>
          </a:p>
          <a:p>
            <a:pPr marL="514350" indent="-514350" algn="just" defTabSz="457200">
              <a:lnSpc>
                <a:spcPct val="100000"/>
              </a:lnSpc>
              <a:buClr>
                <a:srgbClr val="000000"/>
              </a:buClr>
              <a:buAutoNum type="arabicParenR"/>
            </a:pPr>
            <a:endParaRPr lang="en-US" sz="2800" dirty="0">
              <a:solidFill>
                <a:srgbClr val="000000"/>
              </a:solidFill>
              <a:latin typeface="Nimbus Roman"/>
            </a:endParaRPr>
          </a:p>
        </p:txBody>
      </p:sp>
      <p:sp>
        <p:nvSpPr>
          <p:cNvPr id="108" name="PlaceHolder 2"/>
          <p:cNvSpPr>
            <a:spLocks noGrp="1"/>
          </p:cNvSpPr>
          <p:nvPr>
            <p:ph type="sldNum" idx="45"/>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u="none" strike="noStrike">
                <a:solidFill>
                  <a:srgbClr val="FFFFFF"/>
                </a:solidFill>
                <a:effectLst/>
                <a:uFillTx/>
                <a:latin typeface="TradeGothic"/>
                <a:ea typeface="ＭＳ Ｐゴシック"/>
              </a:defRPr>
            </a:lvl1pPr>
          </a:lstStyle>
          <a:p>
            <a:pPr indent="0" algn="r" defTabSz="457200">
              <a:lnSpc>
                <a:spcPct val="100000"/>
              </a:lnSpc>
              <a:buNone/>
              <a:tabLst>
                <a:tab pos="0" algn="l"/>
              </a:tabLst>
            </a:pPr>
            <a:fld id="{8BFE28E7-B96B-4DEE-AA4E-BCB8AE32B036}" type="slidenum">
              <a:rPr lang="en-US" sz="1200" b="1" u="none" strike="noStrike">
                <a:solidFill>
                  <a:srgbClr val="FFFFFF"/>
                </a:solidFill>
                <a:effectLst/>
                <a:uFillTx/>
                <a:latin typeface="TradeGothic"/>
                <a:ea typeface="ＭＳ Ｐゴシック"/>
              </a:rPr>
              <a:t>6</a:t>
            </a:fld>
            <a:endParaRPr lang="en-US" sz="1200" b="0" u="none" strike="noStrike">
              <a:solidFill>
                <a:srgbClr val="000000"/>
              </a:solidFill>
              <a:effectLst/>
              <a:uFillTx/>
              <a:latin typeface="Nimbus Roman"/>
            </a:endParaRPr>
          </a:p>
        </p:txBody>
      </p:sp>
      <p:sp>
        <p:nvSpPr>
          <p:cNvPr id="109" name="PlaceHolder 3"/>
          <p:cNvSpPr>
            <a:spLocks noGrp="1"/>
          </p:cNvSpPr>
          <p:nvPr>
            <p:ph type="ftr" idx="46"/>
          </p:nvPr>
        </p:nvSpPr>
        <p:spPr>
          <a:xfrm>
            <a:off x="4648320" y="6356520"/>
            <a:ext cx="320328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u="none" strike="noStrike">
                <a:solidFill>
                  <a:srgbClr val="FFFFFF"/>
                </a:solidFill>
                <a:effectLst/>
                <a:uFillTx/>
                <a:latin typeface="TradeGothic"/>
              </a:defRPr>
            </a:lvl1pPr>
          </a:lstStyle>
          <a:p>
            <a:pPr indent="0" algn="ctr" defTabSz="457200">
              <a:lnSpc>
                <a:spcPct val="100000"/>
              </a:lnSpc>
              <a:buNone/>
              <a:tabLst>
                <a:tab pos="0" algn="l"/>
              </a:tabLst>
            </a:pPr>
            <a:r>
              <a:rPr lang="en-US" sz="1200" b="0" u="none" strike="noStrike" dirty="0">
                <a:solidFill>
                  <a:srgbClr val="FFFFFF"/>
                </a:solidFill>
                <a:effectLst/>
                <a:uFillTx/>
                <a:latin typeface="TradeGothic"/>
              </a:rPr>
              <a:t>@SIH Idea submission</a:t>
            </a:r>
            <a:endParaRPr lang="en-US" sz="1200" b="0" u="none" strike="noStrike" dirty="0">
              <a:solidFill>
                <a:srgbClr val="000000"/>
              </a:solidFill>
              <a:effectLst/>
              <a:uFillTx/>
              <a:latin typeface="Nimbus Roman"/>
            </a:endParaRPr>
          </a:p>
        </p:txBody>
      </p:sp>
      <p:pic>
        <p:nvPicPr>
          <p:cNvPr id="111" name="Picture 2" descr="https://www.sih.gov.in/img1/SIH-Logo.png"/>
          <p:cNvPicPr/>
          <p:nvPr/>
        </p:nvPicPr>
        <p:blipFill>
          <a:blip r:embed="rId10"/>
          <a:stretch/>
        </p:blipFill>
        <p:spPr>
          <a:xfrm>
            <a:off x="9841320" y="57240"/>
            <a:ext cx="2208240" cy="1122120"/>
          </a:xfrm>
          <a:prstGeom prst="rect">
            <a:avLst/>
          </a:prstGeom>
          <a:noFill/>
          <a:ln w="0">
            <a:noFill/>
          </a:ln>
        </p:spPr>
      </p:pic>
      <p:sp>
        <p:nvSpPr>
          <p:cNvPr id="112" name="Rectangle 111"/>
          <p:cNvSpPr/>
          <p:nvPr/>
        </p:nvSpPr>
        <p:spPr>
          <a:xfrm>
            <a:off x="685800" y="3801960"/>
            <a:ext cx="10972440" cy="120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u="none" strike="noStrike">
              <a:solidFill>
                <a:srgbClr val="000000"/>
              </a:solidFill>
              <a:effectLst/>
              <a:uFillTx/>
              <a:latin typeface="Nimbus Roman"/>
            </a:endParaRPr>
          </a:p>
        </p:txBody>
      </p:sp>
      <p:sp>
        <p:nvSpPr>
          <p:cNvPr id="2" name="Oval 9" descr="Your startup LOGO">
            <a:extLst>
              <a:ext uri="{FF2B5EF4-FFF2-40B4-BE49-F238E27FC236}">
                <a16:creationId xmlns:a16="http://schemas.microsoft.com/office/drawing/2014/main" id="{8460EEAD-2628-801C-E22E-554CF953A6C8}"/>
              </a:ext>
            </a:extLst>
          </p:cNvPr>
          <p:cNvSpPr/>
          <p:nvPr/>
        </p:nvSpPr>
        <p:spPr>
          <a:xfrm>
            <a:off x="329760" y="252360"/>
            <a:ext cx="1484292" cy="80676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US" b="1" dirty="0">
                <a:solidFill>
                  <a:schemeClr val="dk1"/>
                </a:solidFill>
                <a:latin typeface="Calibri"/>
                <a:ea typeface="ＭＳ Ｐゴシック"/>
              </a:rPr>
              <a:t>Team OG</a:t>
            </a:r>
            <a:endParaRPr lang="en-US" sz="1800" b="1" u="none" strike="noStrike" dirty="0">
              <a:solidFill>
                <a:srgbClr val="000000"/>
              </a:solidFill>
              <a:effectLst/>
              <a:uFillTx/>
              <a:latin typeface="Nimbus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8121</TotalTime>
  <Words>1220</Words>
  <Application>Microsoft Office PowerPoint</Application>
  <PresentationFormat>Widescreen</PresentationFormat>
  <Paragraphs>97</Paragraphs>
  <Slides>6</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Arial</vt:lpstr>
      <vt:lpstr>Calibri</vt:lpstr>
      <vt:lpstr>Garamond</vt:lpstr>
      <vt:lpstr>Nimbus Roman</vt:lpstr>
      <vt:lpstr>Symbol</vt:lpstr>
      <vt:lpstr>Times New Roman</vt:lpstr>
      <vt:lpstr>TradeGothic</vt:lpstr>
      <vt:lpstr>Wingdings</vt:lpstr>
      <vt:lpstr>Office Theme</vt:lpstr>
      <vt:lpstr>SMART INDIA HACKATHON 2025</vt:lpstr>
      <vt:lpstr>FloatChat</vt:lpstr>
      <vt:lpstr>TECHNICAL APPROACH</vt:lpstr>
      <vt:lpstr>FEASIBILITY AND VIABILITY</vt:lpstr>
      <vt:lpstr>IMPACT AND BENEFITS</vt:lpstr>
      <vt:lpstr>RESEARCH  AND REFERENCES</vt:lpstr>
    </vt:vector>
  </TitlesOfParts>
  <Company>Crowdfunder,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dc:description/>
  <cp:lastModifiedBy>pmj prakash</cp:lastModifiedBy>
  <cp:revision>153</cp:revision>
  <dcterms:created xsi:type="dcterms:W3CDTF">2013-12-12T18:46:50Z</dcterms:created>
  <dcterms:modified xsi:type="dcterms:W3CDTF">2025-09-29T18:10:47Z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Widescreen</vt:lpwstr>
  </property>
  <property fmtid="{D5CDD505-2E9C-101B-9397-08002B2CF9AE}" pid="4" name="Slides">
    <vt:i4>7</vt:i4>
  </property>
</Properties>
</file>